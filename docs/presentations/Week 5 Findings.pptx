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sldIdLst>
    <p:sldId id="261" r:id="rId5"/>
    <p:sldId id="262" r:id="rId6"/>
    <p:sldId id="267" r:id="rId7"/>
    <p:sldId id="263" r:id="rId8"/>
    <p:sldId id="268" r:id="rId9"/>
    <p:sldId id="264" r:id="rId10"/>
    <p:sldId id="269" r:id="rId11"/>
    <p:sldId id="265" r:id="rId12"/>
    <p:sldId id="270" r:id="rId13"/>
    <p:sldId id="271" r:id="rId14"/>
    <p:sldId id="272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E50"/>
    <a:srgbClr val="FDBA3F"/>
    <a:srgbClr val="FEBE12"/>
    <a:srgbClr val="FEBF11"/>
    <a:srgbClr val="FFFFFF"/>
    <a:srgbClr val="8D8F99"/>
    <a:srgbClr val="121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CEE941-8D4C-7011-88B7-0FC048C04D12}" v="4" dt="2026-07-01T19:55:58.60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7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Labasi" userId="4c669a75-ad75-433e-84b9-d7e01bd928da" providerId="ADAL" clId="{F5AD608C-B28B-41EB-9AF5-ECBDBA30D32B}"/>
    <pc:docChg chg="custSel modSld sldOrd">
      <pc:chgData name="Jacob Labasi" userId="4c669a75-ad75-433e-84b9-d7e01bd928da" providerId="ADAL" clId="{F5AD608C-B28B-41EB-9AF5-ECBDBA30D32B}" dt="2026-06-30T15:58:54.976" v="40" actId="1076"/>
      <pc:docMkLst>
        <pc:docMk/>
      </pc:docMkLst>
      <pc:sldChg chg="ord">
        <pc:chgData name="Jacob Labasi" userId="4c669a75-ad75-433e-84b9-d7e01bd928da" providerId="ADAL" clId="{F5AD608C-B28B-41EB-9AF5-ECBDBA30D32B}" dt="2026-06-30T15:57:08.724" v="17"/>
        <pc:sldMkLst>
          <pc:docMk/>
          <pc:sldMk cId="3095926018" sldId="265"/>
        </pc:sldMkLst>
      </pc:sldChg>
      <pc:sldChg chg="addSp delSp modSp mod modClrScheme chgLayout">
        <pc:chgData name="Jacob Labasi" userId="4c669a75-ad75-433e-84b9-d7e01bd928da" providerId="ADAL" clId="{F5AD608C-B28B-41EB-9AF5-ECBDBA30D32B}" dt="2026-06-30T15:57:00.209" v="15" actId="478"/>
        <pc:sldMkLst>
          <pc:docMk/>
          <pc:sldMk cId="3390856050" sldId="268"/>
        </pc:sldMkLst>
        <pc:spChg chg="mod ord">
          <ac:chgData name="Jacob Labasi" userId="4c669a75-ad75-433e-84b9-d7e01bd928da" providerId="ADAL" clId="{F5AD608C-B28B-41EB-9AF5-ECBDBA30D32B}" dt="2026-06-30T15:56:27.865" v="8" actId="700"/>
          <ac:spMkLst>
            <pc:docMk/>
            <pc:sldMk cId="3390856050" sldId="268"/>
            <ac:spMk id="2" creationId="{2D0F3CA2-D145-C180-DB99-6AFC3A4C800D}"/>
          </ac:spMkLst>
        </pc:spChg>
        <pc:spChg chg="add mod ord">
          <ac:chgData name="Jacob Labasi" userId="4c669a75-ad75-433e-84b9-d7e01bd928da" providerId="ADAL" clId="{F5AD608C-B28B-41EB-9AF5-ECBDBA30D32B}" dt="2026-06-30T15:56:35.346" v="9" actId="700"/>
          <ac:spMkLst>
            <pc:docMk/>
            <pc:sldMk cId="3390856050" sldId="268"/>
            <ac:spMk id="12" creationId="{A7A92583-7C81-B92D-43A3-7598EFC05EAF}"/>
          </ac:spMkLst>
        </pc:spChg>
        <pc:spChg chg="add mod ord">
          <ac:chgData name="Jacob Labasi" userId="4c669a75-ad75-433e-84b9-d7e01bd928da" providerId="ADAL" clId="{F5AD608C-B28B-41EB-9AF5-ECBDBA30D32B}" dt="2026-06-30T15:56:35.346" v="9" actId="700"/>
          <ac:spMkLst>
            <pc:docMk/>
            <pc:sldMk cId="3390856050" sldId="268"/>
            <ac:spMk id="13" creationId="{D65A2751-7E05-BF90-A5F2-BDBF21A17045}"/>
          </ac:spMkLst>
        </pc:spChg>
        <pc:spChg chg="add mod ord">
          <ac:chgData name="Jacob Labasi" userId="4c669a75-ad75-433e-84b9-d7e01bd928da" providerId="ADAL" clId="{F5AD608C-B28B-41EB-9AF5-ECBDBA30D32B}" dt="2026-06-30T15:56:35.346" v="9" actId="700"/>
          <ac:spMkLst>
            <pc:docMk/>
            <pc:sldMk cId="3390856050" sldId="268"/>
            <ac:spMk id="18" creationId="{0CD632A9-1F40-D735-36D8-8705FE301F4C}"/>
          </ac:spMkLst>
        </pc:spChg>
        <pc:spChg chg="add mod ord">
          <ac:chgData name="Jacob Labasi" userId="4c669a75-ad75-433e-84b9-d7e01bd928da" providerId="ADAL" clId="{F5AD608C-B28B-41EB-9AF5-ECBDBA30D32B}" dt="2026-06-30T15:56:35.346" v="9" actId="700"/>
          <ac:spMkLst>
            <pc:docMk/>
            <pc:sldMk cId="3390856050" sldId="268"/>
            <ac:spMk id="19" creationId="{17BBFC12-EC20-5A75-9FA4-9230A68E7812}"/>
          </ac:spMkLst>
        </pc:spChg>
        <pc:picChg chg="add mod">
          <ac:chgData name="Jacob Labasi" userId="4c669a75-ad75-433e-84b9-d7e01bd928da" providerId="ADAL" clId="{F5AD608C-B28B-41EB-9AF5-ECBDBA30D32B}" dt="2026-06-30T15:56:50.690" v="11" actId="1076"/>
          <ac:picMkLst>
            <pc:docMk/>
            <pc:sldMk cId="3390856050" sldId="268"/>
            <ac:picMk id="8" creationId="{B6A75C70-5648-DCAD-A303-6ACE4E3FB310}"/>
          </ac:picMkLst>
        </pc:picChg>
      </pc:sldChg>
      <pc:sldChg chg="addSp delSp modSp mod modClrScheme chgLayout">
        <pc:chgData name="Jacob Labasi" userId="4c669a75-ad75-433e-84b9-d7e01bd928da" providerId="ADAL" clId="{F5AD608C-B28B-41EB-9AF5-ECBDBA30D32B}" dt="2026-06-30T15:58:30.165" v="35" actId="478"/>
        <pc:sldMkLst>
          <pc:docMk/>
          <pc:sldMk cId="3367268824" sldId="269"/>
        </pc:sldMkLst>
        <pc:spChg chg="mod ord">
          <ac:chgData name="Jacob Labasi" userId="4c669a75-ad75-433e-84b9-d7e01bd928da" providerId="ADAL" clId="{F5AD608C-B28B-41EB-9AF5-ECBDBA30D32B}" dt="2026-06-30T15:58:18.657" v="30" actId="700"/>
          <ac:spMkLst>
            <pc:docMk/>
            <pc:sldMk cId="3367268824" sldId="269"/>
            <ac:spMk id="2" creationId="{6ED7F397-5DB2-C428-7D49-FCDB40837E00}"/>
          </ac:spMkLst>
        </pc:spChg>
        <pc:picChg chg="add mod">
          <ac:chgData name="Jacob Labasi" userId="4c669a75-ad75-433e-84b9-d7e01bd928da" providerId="ADAL" clId="{F5AD608C-B28B-41EB-9AF5-ECBDBA30D32B}" dt="2026-06-30T15:58:26.551" v="34" actId="1076"/>
          <ac:picMkLst>
            <pc:docMk/>
            <pc:sldMk cId="3367268824" sldId="269"/>
            <ac:picMk id="6" creationId="{0A7267A9-F256-2869-2F88-D92862B76624}"/>
          </ac:picMkLst>
        </pc:picChg>
      </pc:sldChg>
      <pc:sldChg chg="addSp modSp mod">
        <pc:chgData name="Jacob Labasi" userId="4c669a75-ad75-433e-84b9-d7e01bd928da" providerId="ADAL" clId="{F5AD608C-B28B-41EB-9AF5-ECBDBA30D32B}" dt="2026-06-30T15:58:54.976" v="40" actId="1076"/>
        <pc:sldMkLst>
          <pc:docMk/>
          <pc:sldMk cId="977720566" sldId="270"/>
        </pc:sldMkLst>
        <pc:picChg chg="add mod">
          <ac:chgData name="Jacob Labasi" userId="4c669a75-ad75-433e-84b9-d7e01bd928da" providerId="ADAL" clId="{F5AD608C-B28B-41EB-9AF5-ECBDBA30D32B}" dt="2026-06-30T15:58:54.976" v="40" actId="1076"/>
          <ac:picMkLst>
            <pc:docMk/>
            <pc:sldMk cId="977720566" sldId="270"/>
            <ac:picMk id="6" creationId="{43A92985-D0D4-5E57-9094-B6F40CC3636A}"/>
          </ac:picMkLst>
        </pc:picChg>
      </pc:sldChg>
    </pc:docChg>
  </pc:docChgLst>
  <pc:docChgLst>
    <pc:chgData name="William Labasi" userId="S::william.labasi@auria.space::581d6fb7-c377-42de-a9b5-1b5f636fd07f" providerId="AD" clId="Web-{5ECEE941-8D4C-7011-88B7-0FC048C04D12}"/>
    <pc:docChg chg="modSld">
      <pc:chgData name="William Labasi" userId="S::william.labasi@auria.space::581d6fb7-c377-42de-a9b5-1b5f636fd07f" providerId="AD" clId="Web-{5ECEE941-8D4C-7011-88B7-0FC048C04D12}" dt="2026-07-01T19:55:58.600" v="3" actId="1076"/>
      <pc:docMkLst>
        <pc:docMk/>
      </pc:docMkLst>
      <pc:sldChg chg="addSp modSp">
        <pc:chgData name="William Labasi" userId="S::william.labasi@auria.space::581d6fb7-c377-42de-a9b5-1b5f636fd07f" providerId="AD" clId="Web-{5ECEE941-8D4C-7011-88B7-0FC048C04D12}" dt="2026-07-01T19:55:58.600" v="3" actId="1076"/>
        <pc:sldMkLst>
          <pc:docMk/>
          <pc:sldMk cId="1589110698" sldId="267"/>
        </pc:sldMkLst>
        <pc:picChg chg="add mod">
          <ac:chgData name="William Labasi" userId="S::william.labasi@auria.space::581d6fb7-c377-42de-a9b5-1b5f636fd07f" providerId="AD" clId="Web-{5ECEE941-8D4C-7011-88B7-0FC048C04D12}" dt="2026-07-01T19:55:58.600" v="3" actId="1076"/>
          <ac:picMkLst>
            <pc:docMk/>
            <pc:sldMk cId="1589110698" sldId="267"/>
            <ac:picMk id="3" creationId="{A03BF299-778D-2249-45CE-C0FF73886587}"/>
          </ac:picMkLst>
        </pc:picChg>
      </pc:sldChg>
    </pc:docChg>
  </pc:docChgLst>
  <pc:docChgLst>
    <pc:chgData name="Jacob Labasi" userId="S::jacob.labasi@auria.space::4c669a75-ad75-433e-84b9-d7e01bd928da" providerId="AD" clId="Web-{AA7FAABD-58C2-F6C3-EE1F-8C691AE076A6}"/>
    <pc:docChg chg="addSld delSld modSld sldOrd">
      <pc:chgData name="Jacob Labasi" userId="S::jacob.labasi@auria.space::4c669a75-ad75-433e-84b9-d7e01bd928da" providerId="AD" clId="Web-{AA7FAABD-58C2-F6C3-EE1F-8C691AE076A6}" dt="2026-06-30T15:54:09.078" v="89"/>
      <pc:docMkLst>
        <pc:docMk/>
      </pc:docMkLst>
      <pc:sldChg chg="modSp">
        <pc:chgData name="Jacob Labasi" userId="S::jacob.labasi@auria.space::4c669a75-ad75-433e-84b9-d7e01bd928da" providerId="AD" clId="Web-{AA7FAABD-58C2-F6C3-EE1F-8C691AE076A6}" dt="2026-06-30T15:46:36.631" v="18" actId="20577"/>
        <pc:sldMkLst>
          <pc:docMk/>
          <pc:sldMk cId="3037875614" sldId="261"/>
        </pc:sldMkLst>
        <pc:spChg chg="mod">
          <ac:chgData name="Jacob Labasi" userId="S::jacob.labasi@auria.space::4c669a75-ad75-433e-84b9-d7e01bd928da" providerId="AD" clId="Web-{AA7FAABD-58C2-F6C3-EE1F-8C691AE076A6}" dt="2026-06-30T15:46:23.053" v="2" actId="20577"/>
          <ac:spMkLst>
            <pc:docMk/>
            <pc:sldMk cId="3037875614" sldId="261"/>
            <ac:spMk id="13" creationId="{4C26BDDF-A3A8-8690-A940-25B909364DFA}"/>
          </ac:spMkLst>
        </pc:spChg>
        <pc:spChg chg="mod">
          <ac:chgData name="Jacob Labasi" userId="S::jacob.labasi@auria.space::4c669a75-ad75-433e-84b9-d7e01bd928da" providerId="AD" clId="Web-{AA7FAABD-58C2-F6C3-EE1F-8C691AE076A6}" dt="2026-06-30T15:46:36.631" v="18" actId="20577"/>
          <ac:spMkLst>
            <pc:docMk/>
            <pc:sldMk cId="3037875614" sldId="261"/>
            <ac:spMk id="14" creationId="{CF230CD3-0CCC-9A58-D48C-830A0F50987E}"/>
          </ac:spMkLst>
        </pc:spChg>
      </pc:sldChg>
      <pc:sldChg chg="modSp new">
        <pc:chgData name="Jacob Labasi" userId="S::jacob.labasi@auria.space::4c669a75-ad75-433e-84b9-d7e01bd928da" providerId="AD" clId="Web-{AA7FAABD-58C2-F6C3-EE1F-8C691AE076A6}" dt="2026-06-30T15:47:02.475" v="30" actId="20577"/>
        <pc:sldMkLst>
          <pc:docMk/>
          <pc:sldMk cId="2321722332" sldId="262"/>
        </pc:sldMkLst>
        <pc:spChg chg="mod">
          <ac:chgData name="Jacob Labasi" userId="S::jacob.labasi@auria.space::4c669a75-ad75-433e-84b9-d7e01bd928da" providerId="AD" clId="Web-{AA7FAABD-58C2-F6C3-EE1F-8C691AE076A6}" dt="2026-06-30T15:47:02.475" v="30" actId="20577"/>
          <ac:spMkLst>
            <pc:docMk/>
            <pc:sldMk cId="2321722332" sldId="262"/>
            <ac:spMk id="2" creationId="{1F954C53-0636-939D-CB3A-17162CE8C8C1}"/>
          </ac:spMkLst>
        </pc:spChg>
      </pc:sldChg>
      <pc:sldChg chg="modSp add ord replId">
        <pc:chgData name="Jacob Labasi" userId="S::jacob.labasi@auria.space::4c669a75-ad75-433e-84b9-d7e01bd928da" providerId="AD" clId="Web-{AA7FAABD-58C2-F6C3-EE1F-8C691AE076A6}" dt="2026-06-30T15:48:54.395" v="80"/>
        <pc:sldMkLst>
          <pc:docMk/>
          <pc:sldMk cId="2599347941" sldId="263"/>
        </pc:sldMkLst>
        <pc:spChg chg="mod">
          <ac:chgData name="Jacob Labasi" userId="S::jacob.labasi@auria.space::4c669a75-ad75-433e-84b9-d7e01bd928da" providerId="AD" clId="Web-{AA7FAABD-58C2-F6C3-EE1F-8C691AE076A6}" dt="2026-06-30T15:47:30.990" v="54" actId="20577"/>
          <ac:spMkLst>
            <pc:docMk/>
            <pc:sldMk cId="2599347941" sldId="263"/>
            <ac:spMk id="2" creationId="{905C0D3B-01E3-C433-469C-B59C2565EA51}"/>
          </ac:spMkLst>
        </pc:spChg>
      </pc:sldChg>
      <pc:sldChg chg="modSp add ord replId">
        <pc:chgData name="Jacob Labasi" userId="S::jacob.labasi@auria.space::4c669a75-ad75-433e-84b9-d7e01bd928da" providerId="AD" clId="Web-{AA7FAABD-58C2-F6C3-EE1F-8C691AE076A6}" dt="2026-06-30T15:53:02.423" v="85"/>
        <pc:sldMkLst>
          <pc:docMk/>
          <pc:sldMk cId="2651539695" sldId="264"/>
        </pc:sldMkLst>
        <pc:spChg chg="mod">
          <ac:chgData name="Jacob Labasi" userId="S::jacob.labasi@auria.space::4c669a75-ad75-433e-84b9-d7e01bd928da" providerId="AD" clId="Web-{AA7FAABD-58C2-F6C3-EE1F-8C691AE076A6}" dt="2026-06-30T15:47:41.818" v="69" actId="20577"/>
          <ac:spMkLst>
            <pc:docMk/>
            <pc:sldMk cId="2651539695" sldId="264"/>
            <ac:spMk id="2" creationId="{D57B3C9D-7F47-E0B3-6C23-E1C36250F551}"/>
          </ac:spMkLst>
        </pc:spChg>
      </pc:sldChg>
      <pc:sldChg chg="modSp add replId">
        <pc:chgData name="Jacob Labasi" userId="S::jacob.labasi@auria.space::4c669a75-ad75-433e-84b9-d7e01bd928da" providerId="AD" clId="Web-{AA7FAABD-58C2-F6C3-EE1F-8C691AE076A6}" dt="2026-06-30T15:47:50.802" v="72" actId="20577"/>
        <pc:sldMkLst>
          <pc:docMk/>
          <pc:sldMk cId="3095926018" sldId="265"/>
        </pc:sldMkLst>
        <pc:spChg chg="mod">
          <ac:chgData name="Jacob Labasi" userId="S::jacob.labasi@auria.space::4c669a75-ad75-433e-84b9-d7e01bd928da" providerId="AD" clId="Web-{AA7FAABD-58C2-F6C3-EE1F-8C691AE076A6}" dt="2026-06-30T15:47:50.802" v="72" actId="20577"/>
          <ac:spMkLst>
            <pc:docMk/>
            <pc:sldMk cId="3095926018" sldId="265"/>
            <ac:spMk id="2" creationId="{ABB110FF-CEF6-16FB-C55E-69BA21A347F2}"/>
          </ac:spMkLst>
        </pc:spChg>
      </pc:sldChg>
      <pc:sldChg chg="addSp delSp modSp new ord">
        <pc:chgData name="Jacob Labasi" userId="S::jacob.labasi@auria.space::4c669a75-ad75-433e-84b9-d7e01bd928da" providerId="AD" clId="Web-{AA7FAABD-58C2-F6C3-EE1F-8C691AE076A6}" dt="2026-06-30T15:54:09.078" v="89"/>
        <pc:sldMkLst>
          <pc:docMk/>
          <pc:sldMk cId="1589110698" sldId="267"/>
        </pc:sldMkLst>
      </pc:sldChg>
      <pc:sldChg chg="addSp modSp add replId">
        <pc:chgData name="Jacob Labasi" userId="S::jacob.labasi@auria.space::4c669a75-ad75-433e-84b9-d7e01bd928da" providerId="AD" clId="Web-{AA7FAABD-58C2-F6C3-EE1F-8C691AE076A6}" dt="2026-06-30T15:52:00.908" v="82" actId="20577"/>
        <pc:sldMkLst>
          <pc:docMk/>
          <pc:sldMk cId="3390856050" sldId="268"/>
        </pc:sldMkLst>
        <pc:spChg chg="add mod">
          <ac:chgData name="Jacob Labasi" userId="S::jacob.labasi@auria.space::4c669a75-ad75-433e-84b9-d7e01bd928da" providerId="AD" clId="Web-{AA7FAABD-58C2-F6C3-EE1F-8C691AE076A6}" dt="2026-06-30T15:52:00.908" v="82" actId="20577"/>
          <ac:spMkLst>
            <pc:docMk/>
            <pc:sldMk cId="3390856050" sldId="268"/>
            <ac:spMk id="3" creationId="{A72249C4-CFAF-B675-6AB0-5F34A6E877EC}"/>
          </ac:spMkLst>
        </pc:spChg>
      </pc:sldChg>
      <pc:sldChg chg="add replId">
        <pc:chgData name="Jacob Labasi" userId="S::jacob.labasi@auria.space::4c669a75-ad75-433e-84b9-d7e01bd928da" providerId="AD" clId="Web-{AA7FAABD-58C2-F6C3-EE1F-8C691AE076A6}" dt="2026-06-30T15:52:49.157" v="83"/>
        <pc:sldMkLst>
          <pc:docMk/>
          <pc:sldMk cId="3367268824" sldId="269"/>
        </pc:sldMkLst>
      </pc:sldChg>
      <pc:sldChg chg="add replId">
        <pc:chgData name="Jacob Labasi" userId="S::jacob.labasi@auria.space::4c669a75-ad75-433e-84b9-d7e01bd928da" providerId="AD" clId="Web-{AA7FAABD-58C2-F6C3-EE1F-8C691AE076A6}" dt="2026-06-30T15:53:04.470" v="86"/>
        <pc:sldMkLst>
          <pc:docMk/>
          <pc:sldMk cId="977720566" sldId="270"/>
        </pc:sldMkLst>
      </pc:sldChg>
    </pc:docChg>
  </pc:docChgLst>
  <pc:docChgLst>
    <pc:chgData name="Landon Jobe" userId="55251da3-2d3c-43a1-b4d1-54fb46a8d636" providerId="ADAL" clId="{2EACC6AE-181B-4902-A892-77AB8530E659}"/>
    <pc:docChg chg="custSel addSld delSld modSld">
      <pc:chgData name="Landon Jobe" userId="55251da3-2d3c-43a1-b4d1-54fb46a8d636" providerId="ADAL" clId="{2EACC6AE-181B-4902-A892-77AB8530E659}" dt="2026-07-02T16:02:47.329" v="37" actId="21"/>
      <pc:docMkLst>
        <pc:docMk/>
      </pc:docMkLst>
      <pc:sldChg chg="delSp mod">
        <pc:chgData name="Landon Jobe" userId="55251da3-2d3c-43a1-b4d1-54fb46a8d636" providerId="ADAL" clId="{2EACC6AE-181B-4902-A892-77AB8530E659}" dt="2026-07-02T16:02:38.927" v="35" actId="21"/>
        <pc:sldMkLst>
          <pc:docMk/>
          <pc:sldMk cId="2321722332" sldId="262"/>
        </pc:sldMkLst>
        <pc:spChg chg="del">
          <ac:chgData name="Landon Jobe" userId="55251da3-2d3c-43a1-b4d1-54fb46a8d636" providerId="ADAL" clId="{2EACC6AE-181B-4902-A892-77AB8530E659}" dt="2026-07-02T16:02:38.927" v="35" actId="21"/>
          <ac:spMkLst>
            <pc:docMk/>
            <pc:sldMk cId="2321722332" sldId="262"/>
            <ac:spMk id="4" creationId="{9E6F3E85-BCE3-3C15-1728-776C7A697D09}"/>
          </ac:spMkLst>
        </pc:spChg>
      </pc:sldChg>
      <pc:sldChg chg="delSp mod">
        <pc:chgData name="Landon Jobe" userId="55251da3-2d3c-43a1-b4d1-54fb46a8d636" providerId="ADAL" clId="{2EACC6AE-181B-4902-A892-77AB8530E659}" dt="2026-07-02T16:02:47.329" v="37" actId="21"/>
        <pc:sldMkLst>
          <pc:docMk/>
          <pc:sldMk cId="2599347941" sldId="263"/>
        </pc:sldMkLst>
        <pc:spChg chg="del">
          <ac:chgData name="Landon Jobe" userId="55251da3-2d3c-43a1-b4d1-54fb46a8d636" providerId="ADAL" clId="{2EACC6AE-181B-4902-A892-77AB8530E659}" dt="2026-07-02T16:02:47.329" v="37" actId="21"/>
          <ac:spMkLst>
            <pc:docMk/>
            <pc:sldMk cId="2599347941" sldId="263"/>
            <ac:spMk id="4" creationId="{90B0AAE6-C2A9-14B8-F02F-0BD8349AA3F2}"/>
          </ac:spMkLst>
        </pc:spChg>
      </pc:sldChg>
      <pc:sldChg chg="delSp mod">
        <pc:chgData name="Landon Jobe" userId="55251da3-2d3c-43a1-b4d1-54fb46a8d636" providerId="ADAL" clId="{2EACC6AE-181B-4902-A892-77AB8530E659}" dt="2026-07-02T16:02:07.249" v="33" actId="21"/>
        <pc:sldMkLst>
          <pc:docMk/>
          <pc:sldMk cId="3095926018" sldId="265"/>
        </pc:sldMkLst>
        <pc:spChg chg="del">
          <ac:chgData name="Landon Jobe" userId="55251da3-2d3c-43a1-b4d1-54fb46a8d636" providerId="ADAL" clId="{2EACC6AE-181B-4902-A892-77AB8530E659}" dt="2026-07-02T16:02:07.249" v="33" actId="21"/>
          <ac:spMkLst>
            <pc:docMk/>
            <pc:sldMk cId="3095926018" sldId="265"/>
            <ac:spMk id="4" creationId="{5A96FFD7-3D0B-1903-BD9C-843C9F591D90}"/>
          </ac:spMkLst>
        </pc:spChg>
      </pc:sldChg>
      <pc:sldChg chg="delSp modSp mod">
        <pc:chgData name="Landon Jobe" userId="55251da3-2d3c-43a1-b4d1-54fb46a8d636" providerId="ADAL" clId="{2EACC6AE-181B-4902-A892-77AB8530E659}" dt="2026-07-02T16:02:41.631" v="36" actId="21"/>
        <pc:sldMkLst>
          <pc:docMk/>
          <pc:sldMk cId="1589110698" sldId="267"/>
        </pc:sldMkLst>
        <pc:spChg chg="del">
          <ac:chgData name="Landon Jobe" userId="55251da3-2d3c-43a1-b4d1-54fb46a8d636" providerId="ADAL" clId="{2EACC6AE-181B-4902-A892-77AB8530E659}" dt="2026-07-02T16:02:41.631" v="36" actId="21"/>
          <ac:spMkLst>
            <pc:docMk/>
            <pc:sldMk cId="1589110698" sldId="267"/>
            <ac:spMk id="5" creationId="{1DB6A551-9B88-020E-1732-A56F1B607F68}"/>
          </ac:spMkLst>
        </pc:spChg>
        <pc:picChg chg="mod">
          <ac:chgData name="Landon Jobe" userId="55251da3-2d3c-43a1-b4d1-54fb46a8d636" providerId="ADAL" clId="{2EACC6AE-181B-4902-A892-77AB8530E659}" dt="2026-07-02T14:48:39.304" v="2" actId="1076"/>
          <ac:picMkLst>
            <pc:docMk/>
            <pc:sldMk cId="1589110698" sldId="267"/>
            <ac:picMk id="3" creationId="{A03BF299-778D-2249-45CE-C0FF73886587}"/>
          </ac:picMkLst>
        </pc:picChg>
      </pc:sldChg>
      <pc:sldChg chg="modSp mod">
        <pc:chgData name="Landon Jobe" userId="55251da3-2d3c-43a1-b4d1-54fb46a8d636" providerId="ADAL" clId="{2EACC6AE-181B-4902-A892-77AB8530E659}" dt="2026-07-02T16:02:25.122" v="34" actId="12789"/>
        <pc:sldMkLst>
          <pc:docMk/>
          <pc:sldMk cId="3367268824" sldId="269"/>
        </pc:sldMkLst>
        <pc:picChg chg="mod">
          <ac:chgData name="Landon Jobe" userId="55251da3-2d3c-43a1-b4d1-54fb46a8d636" providerId="ADAL" clId="{2EACC6AE-181B-4902-A892-77AB8530E659}" dt="2026-07-02T16:02:25.122" v="34" actId="12789"/>
          <ac:picMkLst>
            <pc:docMk/>
            <pc:sldMk cId="3367268824" sldId="269"/>
            <ac:picMk id="6" creationId="{0A7267A9-F256-2869-2F88-D92862B76624}"/>
          </ac:picMkLst>
        </pc:picChg>
      </pc:sldChg>
      <pc:sldChg chg="delSp mod">
        <pc:chgData name="Landon Jobe" userId="55251da3-2d3c-43a1-b4d1-54fb46a8d636" providerId="ADAL" clId="{2EACC6AE-181B-4902-A892-77AB8530E659}" dt="2026-07-02T16:01:59.163" v="31" actId="21"/>
        <pc:sldMkLst>
          <pc:docMk/>
          <pc:sldMk cId="977720566" sldId="270"/>
        </pc:sldMkLst>
        <pc:spChg chg="del">
          <ac:chgData name="Landon Jobe" userId="55251da3-2d3c-43a1-b4d1-54fb46a8d636" providerId="ADAL" clId="{2EACC6AE-181B-4902-A892-77AB8530E659}" dt="2026-07-02T16:01:59.163" v="31" actId="21"/>
          <ac:spMkLst>
            <pc:docMk/>
            <pc:sldMk cId="977720566" sldId="270"/>
            <ac:spMk id="5" creationId="{5E1F2749-4586-3D08-15CB-A73011011368}"/>
          </ac:spMkLst>
        </pc:spChg>
      </pc:sldChg>
      <pc:sldChg chg="delSp modSp new mod">
        <pc:chgData name="Landon Jobe" userId="55251da3-2d3c-43a1-b4d1-54fb46a8d636" providerId="ADAL" clId="{2EACC6AE-181B-4902-A892-77AB8530E659}" dt="2026-07-02T16:02:04.318" v="32" actId="21"/>
        <pc:sldMkLst>
          <pc:docMk/>
          <pc:sldMk cId="1139199681" sldId="271"/>
        </pc:sldMkLst>
        <pc:spChg chg="mod">
          <ac:chgData name="Landon Jobe" userId="55251da3-2d3c-43a1-b4d1-54fb46a8d636" providerId="ADAL" clId="{2EACC6AE-181B-4902-A892-77AB8530E659}" dt="2026-07-02T14:59:39.724" v="19" actId="20577"/>
          <ac:spMkLst>
            <pc:docMk/>
            <pc:sldMk cId="1139199681" sldId="271"/>
            <ac:spMk id="2" creationId="{86064D65-207F-C2B7-4788-3DA7088BBEE0}"/>
          </ac:spMkLst>
        </pc:spChg>
        <pc:spChg chg="del">
          <ac:chgData name="Landon Jobe" userId="55251da3-2d3c-43a1-b4d1-54fb46a8d636" providerId="ADAL" clId="{2EACC6AE-181B-4902-A892-77AB8530E659}" dt="2026-07-02T16:02:04.318" v="32" actId="21"/>
          <ac:spMkLst>
            <pc:docMk/>
            <pc:sldMk cId="1139199681" sldId="271"/>
            <ac:spMk id="4" creationId="{EA0FFBE2-60F0-788F-089A-355130C676A8}"/>
          </ac:spMkLst>
        </pc:spChg>
      </pc:sldChg>
      <pc:sldChg chg="new del">
        <pc:chgData name="Landon Jobe" userId="55251da3-2d3c-43a1-b4d1-54fb46a8d636" providerId="ADAL" clId="{2EACC6AE-181B-4902-A892-77AB8530E659}" dt="2026-07-02T14:59:30.669" v="4" actId="2696"/>
        <pc:sldMkLst>
          <pc:docMk/>
          <pc:sldMk cId="3204662572" sldId="271"/>
        </pc:sldMkLst>
      </pc:sldChg>
      <pc:sldChg chg="addSp delSp modSp new mod modClrScheme chgLayout">
        <pc:chgData name="Landon Jobe" userId="55251da3-2d3c-43a1-b4d1-54fb46a8d636" providerId="ADAL" clId="{2EACC6AE-181B-4902-A892-77AB8530E659}" dt="2026-07-02T15:01:06.060" v="30" actId="1076"/>
        <pc:sldMkLst>
          <pc:docMk/>
          <pc:sldMk cId="1755553773" sldId="272"/>
        </pc:sldMkLst>
        <pc:spChg chg="mod ord">
          <ac:chgData name="Landon Jobe" userId="55251da3-2d3c-43a1-b4d1-54fb46a8d636" providerId="ADAL" clId="{2EACC6AE-181B-4902-A892-77AB8530E659}" dt="2026-07-02T15:00:55.439" v="25" actId="700"/>
          <ac:spMkLst>
            <pc:docMk/>
            <pc:sldMk cId="1755553773" sldId="272"/>
            <ac:spMk id="2" creationId="{9B37533D-E768-5088-AF68-66F31107404D}"/>
          </ac:spMkLst>
        </pc:spChg>
        <pc:spChg chg="del">
          <ac:chgData name="Landon Jobe" userId="55251da3-2d3c-43a1-b4d1-54fb46a8d636" providerId="ADAL" clId="{2EACC6AE-181B-4902-A892-77AB8530E659}" dt="2026-07-02T14:59:52.367" v="22" actId="21"/>
          <ac:spMkLst>
            <pc:docMk/>
            <pc:sldMk cId="1755553773" sldId="272"/>
            <ac:spMk id="3" creationId="{F8E319B9-C54C-247D-AB28-89082E3E69C9}"/>
          </ac:spMkLst>
        </pc:spChg>
        <pc:spChg chg="del">
          <ac:chgData name="Landon Jobe" userId="55251da3-2d3c-43a1-b4d1-54fb46a8d636" providerId="ADAL" clId="{2EACC6AE-181B-4902-A892-77AB8530E659}" dt="2026-07-02T14:59:55.632" v="23" actId="21"/>
          <ac:spMkLst>
            <pc:docMk/>
            <pc:sldMk cId="1755553773" sldId="272"/>
            <ac:spMk id="4" creationId="{C946FF67-4FC4-1FE4-917E-7AB98BBC4C3B}"/>
          </ac:spMkLst>
        </pc:spChg>
        <pc:spChg chg="del">
          <ac:chgData name="Landon Jobe" userId="55251da3-2d3c-43a1-b4d1-54fb46a8d636" providerId="ADAL" clId="{2EACC6AE-181B-4902-A892-77AB8530E659}" dt="2026-07-02T14:59:51.432" v="21" actId="21"/>
          <ac:spMkLst>
            <pc:docMk/>
            <pc:sldMk cId="1755553773" sldId="272"/>
            <ac:spMk id="5" creationId="{C1F8EC12-0C3C-90E0-E650-65DCD47CAA90}"/>
          </ac:spMkLst>
        </pc:spChg>
        <pc:spChg chg="add del mod ord">
          <ac:chgData name="Landon Jobe" userId="55251da3-2d3c-43a1-b4d1-54fb46a8d636" providerId="ADAL" clId="{2EACC6AE-181B-4902-A892-77AB8530E659}" dt="2026-07-02T15:00:58.065" v="26" actId="21"/>
          <ac:spMkLst>
            <pc:docMk/>
            <pc:sldMk cId="1755553773" sldId="272"/>
            <ac:spMk id="8" creationId="{AE598443-3A56-CF88-F8D6-9F129FB519B6}"/>
          </ac:spMkLst>
        </pc:spChg>
        <pc:spChg chg="add del mod ord">
          <ac:chgData name="Landon Jobe" userId="55251da3-2d3c-43a1-b4d1-54fb46a8d636" providerId="ADAL" clId="{2EACC6AE-181B-4902-A892-77AB8530E659}" dt="2026-07-02T15:01:01.024" v="28" actId="21"/>
          <ac:spMkLst>
            <pc:docMk/>
            <pc:sldMk cId="1755553773" sldId="272"/>
            <ac:spMk id="9" creationId="{E5ABC276-CFDE-2147-2071-CB93846A2FA7}"/>
          </ac:spMkLst>
        </pc:spChg>
        <pc:spChg chg="add del mod ord">
          <ac:chgData name="Landon Jobe" userId="55251da3-2d3c-43a1-b4d1-54fb46a8d636" providerId="ADAL" clId="{2EACC6AE-181B-4902-A892-77AB8530E659}" dt="2026-07-02T15:01:00.101" v="27" actId="21"/>
          <ac:spMkLst>
            <pc:docMk/>
            <pc:sldMk cId="1755553773" sldId="272"/>
            <ac:spMk id="10" creationId="{52652164-5421-A809-6D64-C07285D0DAB5}"/>
          </ac:spMkLst>
        </pc:spChg>
        <pc:picChg chg="add mod">
          <ac:chgData name="Landon Jobe" userId="55251da3-2d3c-43a1-b4d1-54fb46a8d636" providerId="ADAL" clId="{2EACC6AE-181B-4902-A892-77AB8530E659}" dt="2026-07-02T15:01:06.060" v="30" actId="1076"/>
          <ac:picMkLst>
            <pc:docMk/>
            <pc:sldMk cId="1755553773" sldId="272"/>
            <ac:picMk id="7" creationId="{AECBF0A2-69CA-B55A-EC43-651178C319D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ky, outdoor, yellow">
            <a:extLst>
              <a:ext uri="{FF2B5EF4-FFF2-40B4-BE49-F238E27FC236}">
                <a16:creationId xmlns:a16="http://schemas.microsoft.com/office/drawing/2014/main" id="{0DCE4F0A-2871-D085-726A-3177B41F67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4" name="Slide Number">
            <a:extLst>
              <a:ext uri="{FF2B5EF4-FFF2-40B4-BE49-F238E27FC236}">
                <a16:creationId xmlns:a16="http://schemas.microsoft.com/office/drawing/2014/main" id="{3F76C27E-04BC-EB3D-B8EE-D8F20B48CFC7}"/>
              </a:ext>
            </a:extLst>
          </p:cNvPr>
          <p:cNvSpPr txBox="1">
            <a:spLocks/>
          </p:cNvSpPr>
          <p:nvPr userDrawn="1"/>
        </p:nvSpPr>
        <p:spPr>
          <a:xfrm>
            <a:off x="23581692" y="12904998"/>
            <a:ext cx="368505" cy="348813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121929"/>
                </a:solidFill>
                <a:effectLst/>
                <a:uFillTx/>
                <a:latin typeface="Sinter Light" panose="02000000000000000000" pitchFamily="2" charset="77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1" name="AURIA_LOGO.png" descr="AURIA_LOGO.png">
            <a:extLst>
              <a:ext uri="{FF2B5EF4-FFF2-40B4-BE49-F238E27FC236}">
                <a16:creationId xmlns:a16="http://schemas.microsoft.com/office/drawing/2014/main" id="{ADFA4B96-16F6-9DFF-427A-D2D2124CBF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665" y="457201"/>
            <a:ext cx="8000501" cy="2149888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Presentation Title">
            <a:extLst>
              <a:ext uri="{FF2B5EF4-FFF2-40B4-BE49-F238E27FC236}">
                <a16:creationId xmlns:a16="http://schemas.microsoft.com/office/drawing/2014/main" id="{47777592-0A35-94D0-BF68-1769958113B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517684" y="3061823"/>
            <a:ext cx="12432514" cy="65648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5500" b="0" i="0" spc="-232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Cerux Demo</a:t>
            </a:r>
            <a:endParaRPr/>
          </a:p>
        </p:txBody>
      </p:sp>
      <p:sp>
        <p:nvSpPr>
          <p:cNvPr id="44" name="Body Level One…">
            <a:extLst>
              <a:ext uri="{FF2B5EF4-FFF2-40B4-BE49-F238E27FC236}">
                <a16:creationId xmlns:a16="http://schemas.microsoft.com/office/drawing/2014/main" id="{D9723D26-7F32-0747-1399-DEA6A3C215C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730914" y="9781959"/>
            <a:ext cx="12219284" cy="325006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2800" b="1">
                <a:solidFill>
                  <a:schemeClr val="bg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lang="en-US"/>
              <a:t>Edit Text</a:t>
            </a:r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81B85F-1934-6A80-D2EB-2385C9B0EB7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453154" y="2711354"/>
            <a:ext cx="2611377" cy="103554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4" y="2188777"/>
            <a:ext cx="20147524" cy="9429769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buFontTx/>
              <a:buNone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FCA931F0-ED96-1E7F-21E9-86A800ED88BF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B0254259-23CF-FFFC-CBC1-DAF7C33C509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47036C20-7C3B-9005-BB79-9F013C2D01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17069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927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Columns">
    <p:bg>
      <p:bgPr>
        <a:solidFill>
          <a:srgbClr val="8D8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1815C69-2663-44DD-851F-2901673FA8E0}"/>
              </a:ext>
            </a:extLst>
          </p:cNvPr>
          <p:cNvSpPr/>
          <p:nvPr userDrawn="1"/>
        </p:nvSpPr>
        <p:spPr>
          <a:xfrm>
            <a:off x="18057417" y="2040369"/>
            <a:ext cx="6366779" cy="11644741"/>
          </a:xfrm>
          <a:prstGeom prst="rect">
            <a:avLst/>
          </a:prstGeom>
          <a:solidFill>
            <a:srgbClr val="56586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0E2A5247-A252-3FFE-50BF-53F9860A3091}"/>
              </a:ext>
            </a:extLst>
          </p:cNvPr>
          <p:cNvSpPr/>
          <p:nvPr userDrawn="1"/>
        </p:nvSpPr>
        <p:spPr>
          <a:xfrm>
            <a:off x="11697954" y="2050854"/>
            <a:ext cx="6366779" cy="11644741"/>
          </a:xfrm>
          <a:prstGeom prst="rect">
            <a:avLst/>
          </a:prstGeom>
          <a:solidFill>
            <a:srgbClr val="71738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93163C1C-3428-9B4B-78F9-3502683A7124}"/>
              </a:ext>
            </a:extLst>
          </p:cNvPr>
          <p:cNvSpPr/>
          <p:nvPr userDrawn="1"/>
        </p:nvSpPr>
        <p:spPr>
          <a:xfrm>
            <a:off x="5337386" y="2040369"/>
            <a:ext cx="6366779" cy="11644741"/>
          </a:xfrm>
          <a:prstGeom prst="rect">
            <a:avLst/>
          </a:prstGeom>
          <a:solidFill>
            <a:srgbClr val="82848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81A900A8-4A35-DD65-11DD-CE834DD39000}"/>
              </a:ext>
            </a:extLst>
          </p:cNvPr>
          <p:cNvSpPr/>
          <p:nvPr userDrawn="1"/>
        </p:nvSpPr>
        <p:spPr>
          <a:xfrm>
            <a:off x="1192454" y="2037426"/>
            <a:ext cx="24427331" cy="1"/>
          </a:xfrm>
          <a:prstGeom prst="line">
            <a:avLst/>
          </a:prstGeom>
          <a:ln>
            <a:solidFill>
              <a:srgbClr val="DADBDC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1FB165EE-BE9E-3ED2-92BB-E7C877BC1E70}"/>
              </a:ext>
            </a:extLst>
          </p:cNvPr>
          <p:cNvSpPr/>
          <p:nvPr userDrawn="1"/>
        </p:nvSpPr>
        <p:spPr>
          <a:xfrm>
            <a:off x="-19093680" y="5883779"/>
            <a:ext cx="24427331" cy="1"/>
          </a:xfrm>
          <a:prstGeom prst="line">
            <a:avLst/>
          </a:prstGeom>
          <a:ln>
            <a:solidFill>
              <a:srgbClr val="DADBDC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766F29E4-4513-DC09-F96D-7B667D68FB45}"/>
              </a:ext>
            </a:extLst>
          </p:cNvPr>
          <p:cNvSpPr/>
          <p:nvPr userDrawn="1"/>
        </p:nvSpPr>
        <p:spPr>
          <a:xfrm flipH="1">
            <a:off x="5339939" y="2055848"/>
            <a:ext cx="1" cy="11660152"/>
          </a:xfrm>
          <a:prstGeom prst="line">
            <a:avLst/>
          </a:prstGeom>
          <a:ln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D95608AC-CE60-7852-D213-B3CF80C59DD6}"/>
              </a:ext>
            </a:extLst>
          </p:cNvPr>
          <p:cNvSpPr/>
          <p:nvPr userDrawn="1"/>
        </p:nvSpPr>
        <p:spPr>
          <a:xfrm flipH="1">
            <a:off x="18063284" y="2032663"/>
            <a:ext cx="1" cy="11660152"/>
          </a:xfrm>
          <a:prstGeom prst="line">
            <a:avLst/>
          </a:prstGeom>
          <a:ln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35C72D92-146C-E437-2137-77208F2A57E7}"/>
              </a:ext>
            </a:extLst>
          </p:cNvPr>
          <p:cNvSpPr/>
          <p:nvPr userDrawn="1"/>
        </p:nvSpPr>
        <p:spPr>
          <a:xfrm flipH="1">
            <a:off x="11701612" y="2032663"/>
            <a:ext cx="1" cy="11660152"/>
          </a:xfrm>
          <a:prstGeom prst="line">
            <a:avLst/>
          </a:prstGeom>
          <a:ln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970411" y="2537460"/>
            <a:ext cx="5174912" cy="30017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7200"/>
              </a:lnSpc>
              <a:defRPr sz="60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70159" y="6110688"/>
            <a:ext cx="5174911" cy="6416592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SzPct val="123000"/>
              <a:buFontTx/>
              <a:buNone/>
              <a:defRPr sz="3200">
                <a:solidFill>
                  <a:srgbClr val="FFFFFF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3621C1F8-BC2F-6E31-532D-7E96244681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1900" y="2032663"/>
            <a:ext cx="3120352" cy="3866552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500" b="1" i="0" spc="300">
                <a:solidFill>
                  <a:srgbClr val="FDBA3F"/>
                </a:solidFill>
                <a:latin typeface="Sinter" panose="02000000000000000000" pitchFamily="2" charset="77"/>
              </a:defRPr>
            </a:lvl1pPr>
            <a:lvl2pPr marL="609600" indent="0">
              <a:buFontTx/>
              <a:buNone/>
              <a:defRPr sz="2500" b="1" i="0">
                <a:latin typeface="Sinter" panose="02000000000000000000" pitchFamily="2" charset="77"/>
              </a:defRPr>
            </a:lvl2pPr>
            <a:lvl3pPr marL="1219200" indent="0">
              <a:buFontTx/>
              <a:buNone/>
              <a:defRPr sz="2500" b="1" i="0">
                <a:latin typeface="Sinter" panose="02000000000000000000" pitchFamily="2" charset="77"/>
              </a:defRPr>
            </a:lvl3pPr>
            <a:lvl4pPr marL="1828800" indent="0">
              <a:buFontTx/>
              <a:buNone/>
              <a:defRPr sz="2500" b="1" i="0">
                <a:latin typeface="Sinter" panose="02000000000000000000" pitchFamily="2" charset="77"/>
              </a:defRPr>
            </a:lvl4pPr>
            <a:lvl5pPr marL="2438400" indent="0">
              <a:buFontTx/>
              <a:buNone/>
              <a:defRPr sz="2500" b="1" i="0">
                <a:latin typeface="Sinter" panose="02000000000000000000" pitchFamily="2" charset="77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95083F-FC16-2D36-6C3E-946624D714CA}"/>
              </a:ext>
            </a:extLst>
          </p:cNvPr>
          <p:cNvCxnSpPr/>
          <p:nvPr userDrawn="1"/>
        </p:nvCxnSpPr>
        <p:spPr>
          <a:xfrm>
            <a:off x="23202214" y="12929688"/>
            <a:ext cx="0" cy="811002"/>
          </a:xfrm>
          <a:prstGeom prst="line">
            <a:avLst/>
          </a:prstGeom>
          <a:noFill/>
          <a:ln w="25400" cap="flat">
            <a:solidFill>
              <a:srgbClr val="FDBA3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2FAB765-3B2E-476F-B17F-79C6FD4ABF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1785" y="1292968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C728E8D1-A5CB-3A3C-C442-7AF771EA8B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34132" y="6110688"/>
            <a:ext cx="5174911" cy="6416592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SzPct val="123000"/>
              <a:buFontTx/>
              <a:buNone/>
              <a:defRPr sz="3200">
                <a:solidFill>
                  <a:srgbClr val="FFFFFF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3BB5E3CD-5142-CF44-158F-F0BC907073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687131" y="6110688"/>
            <a:ext cx="5174911" cy="6416592"/>
          </a:xfrm>
        </p:spPr>
        <p:txBody>
          <a:bodyPr>
            <a:normAutofit/>
          </a:bodyPr>
          <a:lstStyle>
            <a:lvl1pPr marL="0" indent="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SzPct val="123000"/>
              <a:buFontTx/>
              <a:buNone/>
              <a:defRPr sz="3200">
                <a:solidFill>
                  <a:srgbClr val="FFFFFF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26EC158-B056-3C4A-4C5C-D1A3661373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34132" y="2537224"/>
            <a:ext cx="5164443" cy="3001963"/>
          </a:xfrm>
        </p:spPr>
        <p:txBody>
          <a:bodyPr anchor="b">
            <a:normAutofit/>
          </a:bodyPr>
          <a:lstStyle>
            <a:lvl1pPr marL="0" indent="0">
              <a:lnSpc>
                <a:spcPts val="7200"/>
              </a:lnSpc>
              <a:buFontTx/>
              <a:buNone/>
              <a:defRPr sz="60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  <a:lvl2pPr marL="6096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2pPr>
            <a:lvl3pPr marL="12192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3pPr>
            <a:lvl4pPr marL="18288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4pPr>
            <a:lvl5pPr marL="24384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3E72C3A1-E73F-DEFD-F23E-92A044D104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31920" y="2537224"/>
            <a:ext cx="5174911" cy="3001963"/>
          </a:xfrm>
        </p:spPr>
        <p:txBody>
          <a:bodyPr anchor="b">
            <a:normAutofit/>
          </a:bodyPr>
          <a:lstStyle>
            <a:lvl1pPr marL="0" indent="0">
              <a:lnSpc>
                <a:spcPts val="7200"/>
              </a:lnSpc>
              <a:buFontTx/>
              <a:buNone/>
              <a:defRPr sz="60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  <a:lvl2pPr marL="6096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2pPr>
            <a:lvl3pPr marL="12192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3pPr>
            <a:lvl4pPr marL="18288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4pPr>
            <a:lvl5pPr marL="2438400" indent="0">
              <a:buFontTx/>
              <a:buNone/>
              <a:defRPr b="0" i="0">
                <a:solidFill>
                  <a:schemeClr val="bg1"/>
                </a:solidFill>
                <a:latin typeface="Sinter X-Light" panose="02000000000000000000" pitchFamily="2" charset="77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1029509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Background Image">
    <p:bg>
      <p:bgPr>
        <a:solidFill>
          <a:srgbClr val="1A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rth-orbit-rotation-sun-beam-milky-way-background-2021-08-29-03-57-18-utc.jpg" descr="earth-orbit-rotation-sun-beam-milky-way-background-2021-08-29-03-57-18-utc.jpg">
            <a:extLst>
              <a:ext uri="{FF2B5EF4-FFF2-40B4-BE49-F238E27FC236}">
                <a16:creationId xmlns:a16="http://schemas.microsoft.com/office/drawing/2014/main" id="{5991A436-A7BB-647F-A74F-34F7E80D7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1000"/>
          </a:blip>
          <a:srcRect l="14153" t="18833" r="6544" b="186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434419" y="1275347"/>
            <a:ext cx="19818148" cy="4434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14000"/>
              </a:lnSpc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Scheduling Module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168" y="6056824"/>
            <a:ext cx="19818398" cy="5462868"/>
          </a:xfrm>
        </p:spPr>
        <p:txBody>
          <a:bodyPr>
            <a:normAutofit/>
          </a:bodyPr>
          <a:lstStyle>
            <a:lvl1pPr marL="0" indent="0">
              <a:lnSpc>
                <a:spcPts val="5500"/>
              </a:lnSpc>
              <a:buFontTx/>
              <a:buNone/>
              <a:defRPr sz="4500">
                <a:solidFill>
                  <a:schemeClr val="bg1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13391502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8243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Background Image">
    <p:bg>
      <p:bgPr>
        <a:solidFill>
          <a:srgbClr val="1A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rth-orbit-rotation-sun-beam-milky-way-background-2021-08-29-03-57-18-utc.jpg" descr="earth-orbit-rotation-sun-beam-milky-way-background-2021-08-29-03-57-18-utc.jpg">
            <a:extLst>
              <a:ext uri="{FF2B5EF4-FFF2-40B4-BE49-F238E27FC236}">
                <a16:creationId xmlns:a16="http://schemas.microsoft.com/office/drawing/2014/main" id="{5991A436-A7BB-647F-A74F-34F7E80D7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1000"/>
          </a:blip>
          <a:srcRect l="14153" t="18833" r="6544" b="186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434419" y="1275347"/>
            <a:ext cx="19818148" cy="4434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14000"/>
              </a:lnSpc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Sensor Tasking Module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168" y="6056824"/>
            <a:ext cx="19818398" cy="5462868"/>
          </a:xfrm>
        </p:spPr>
        <p:txBody>
          <a:bodyPr>
            <a:normAutofit/>
          </a:bodyPr>
          <a:lstStyle>
            <a:lvl1pPr marL="0" indent="0">
              <a:lnSpc>
                <a:spcPts val="5500"/>
              </a:lnSpc>
              <a:buFontTx/>
              <a:buNone/>
              <a:defRPr sz="4500">
                <a:solidFill>
                  <a:schemeClr val="bg1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8779674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2122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Background Image">
    <p:bg>
      <p:bgPr>
        <a:solidFill>
          <a:srgbClr val="1A2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rth-orbit-rotation-sun-beam-milky-way-background-2021-08-29-03-57-18-utc.jpg" descr="earth-orbit-rotation-sun-beam-milky-way-background-2021-08-29-03-57-18-utc.jpg">
            <a:extLst>
              <a:ext uri="{FF2B5EF4-FFF2-40B4-BE49-F238E27FC236}">
                <a16:creationId xmlns:a16="http://schemas.microsoft.com/office/drawing/2014/main" id="{5991A436-A7BB-647F-A74F-34F7E80D7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1000"/>
          </a:blip>
          <a:srcRect l="14153" t="18833" r="6544" b="186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6CDB3B-5B40-1248-1F24-C4BCFEDA57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6293" y="12020898"/>
            <a:ext cx="910270" cy="9784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Line">
            <a:extLst>
              <a:ext uri="{FF2B5EF4-FFF2-40B4-BE49-F238E27FC236}">
                <a16:creationId xmlns:a16="http://schemas.microsoft.com/office/drawing/2014/main" id="{64A33EDF-7DBC-3FCD-5FD7-14158DB6A14C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434419" y="1275347"/>
            <a:ext cx="19818148" cy="4434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lnSpc>
                <a:spcPts val="14000"/>
              </a:lnSpc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KOS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168" y="6056824"/>
            <a:ext cx="19818398" cy="5462868"/>
          </a:xfrm>
        </p:spPr>
        <p:txBody>
          <a:bodyPr>
            <a:normAutofit/>
          </a:bodyPr>
          <a:lstStyle>
            <a:lvl1pPr marL="0" indent="0">
              <a:lnSpc>
                <a:spcPts val="5500"/>
              </a:lnSpc>
              <a:buFontTx/>
              <a:buNone/>
              <a:defRPr sz="4500">
                <a:solidFill>
                  <a:schemeClr val="bg1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5870844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Title">
            <a:extLst>
              <a:ext uri="{FF2B5EF4-FFF2-40B4-BE49-F238E27FC236}">
                <a16:creationId xmlns:a16="http://schemas.microsoft.com/office/drawing/2014/main" id="{6ADFB6A1-AFF2-804C-E0CB-C406E9F1B4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586563" y="462189"/>
            <a:ext cx="20147525" cy="1220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>
              <a:defRPr b="0" i="0">
                <a:solidFill>
                  <a:srgbClr val="121929"/>
                </a:solidFill>
                <a:latin typeface="Sinter X-Light" panose="02000000000000000000" pitchFamily="2" charset="77"/>
              </a:defRPr>
            </a:lvl1pPr>
          </a:lstStyle>
          <a:p>
            <a:r>
              <a:rPr lang="en-US"/>
              <a:t>Click to Edit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1074FC0-CD28-2729-A06E-26B0907C82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6563" y="2073338"/>
            <a:ext cx="20581201" cy="9446355"/>
          </a:xfrm>
        </p:spPr>
        <p:txBody>
          <a:bodyPr>
            <a:normAutofit/>
          </a:bodyPr>
          <a:lstStyle>
            <a:lvl1pPr marL="457200" indent="-457200">
              <a:lnSpc>
                <a:spcPts val="5000"/>
              </a:lnSpc>
              <a:spcBef>
                <a:spcPts val="1500"/>
              </a:spcBef>
              <a:buClr>
                <a:srgbClr val="FEBF11"/>
              </a:buClr>
              <a:buFont typeface="System Font Regular"/>
              <a:buChar char="-"/>
              <a:defRPr sz="3200">
                <a:solidFill>
                  <a:srgbClr val="121929"/>
                </a:solidFill>
              </a:defRPr>
            </a:lvl1pPr>
            <a:lvl2pPr marL="609600" indent="0">
              <a:lnSpc>
                <a:spcPts val="5000"/>
              </a:lnSpc>
              <a:buFontTx/>
              <a:buNone/>
              <a:defRPr sz="3200"/>
            </a:lvl2pPr>
            <a:lvl3pPr marL="1219200" indent="0">
              <a:lnSpc>
                <a:spcPts val="5000"/>
              </a:lnSpc>
              <a:buFontTx/>
              <a:buNone/>
              <a:defRPr sz="3200"/>
            </a:lvl3pPr>
            <a:lvl4pPr marL="1828800" indent="0">
              <a:lnSpc>
                <a:spcPts val="5000"/>
              </a:lnSpc>
              <a:buFontTx/>
              <a:buNone/>
              <a:defRPr sz="3200"/>
            </a:lvl4pPr>
            <a:lvl5pPr marL="2438400" indent="0">
              <a:lnSpc>
                <a:spcPts val="5000"/>
              </a:lnSpc>
              <a:buFontTx/>
              <a:buNone/>
              <a:defRPr sz="3200"/>
            </a:lvl5pPr>
          </a:lstStyle>
          <a:p>
            <a:pPr lvl="0"/>
            <a:r>
              <a:rPr lang="en-US"/>
              <a:t>Click to Edit</a:t>
            </a:r>
            <a:br>
              <a:rPr lang="en-US"/>
            </a:b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9198C5-F66C-71F4-A611-66D6DB2735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800">
                <a:solidFill>
                  <a:srgbClr val="121929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Line">
            <a:extLst>
              <a:ext uri="{FF2B5EF4-FFF2-40B4-BE49-F238E27FC236}">
                <a16:creationId xmlns:a16="http://schemas.microsoft.com/office/drawing/2014/main" id="{E3E6BD1B-C727-BE9C-FA4F-1CF05E04FD34}"/>
              </a:ext>
            </a:extLst>
          </p:cNvPr>
          <p:cNvSpPr/>
          <p:nvPr userDrawn="1"/>
        </p:nvSpPr>
        <p:spPr>
          <a:xfrm>
            <a:off x="-43332" y="1864395"/>
            <a:ext cx="24427332" cy="1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" name="Line">
            <a:extLst>
              <a:ext uri="{FF2B5EF4-FFF2-40B4-BE49-F238E27FC236}">
                <a16:creationId xmlns:a16="http://schemas.microsoft.com/office/drawing/2014/main" id="{2C3BE9FB-88E5-65E5-ABA2-FBA6FD2050D8}"/>
              </a:ext>
            </a:extLst>
          </p:cNvPr>
          <p:cNvSpPr/>
          <p:nvPr userDrawn="1"/>
        </p:nvSpPr>
        <p:spPr>
          <a:xfrm flipH="1">
            <a:off x="1131428" y="-41605"/>
            <a:ext cx="1" cy="11660152"/>
          </a:xfrm>
          <a:prstGeom prst="line">
            <a:avLst/>
          </a:prstGeom>
          <a:ln>
            <a:solidFill>
              <a:srgbClr val="64666D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C0468598-D7D9-52D5-8721-9767A4A2D3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55" y="11827489"/>
            <a:ext cx="1109746" cy="1564037"/>
          </a:xfrm>
          <a:prstGeom prst="rect">
            <a:avLst/>
          </a:prstGeom>
        </p:spPr>
      </p:pic>
      <p:sp>
        <p:nvSpPr>
          <p:cNvPr id="2" name="Slide Number">
            <a:extLst>
              <a:ext uri="{FF2B5EF4-FFF2-40B4-BE49-F238E27FC236}">
                <a16:creationId xmlns:a16="http://schemas.microsoft.com/office/drawing/2014/main" id="{69184F2F-9B9C-EF5D-2839-8264D293E7D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23539641" y="12412555"/>
            <a:ext cx="535608" cy="84125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121929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9363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A0A8CD59-DF91-3CE8-4CF6-4D9695E873BC}"/>
              </a:ext>
            </a:extLst>
          </p:cNvPr>
          <p:cNvSpPr/>
          <p:nvPr userDrawn="1"/>
        </p:nvSpPr>
        <p:spPr>
          <a:xfrm>
            <a:off x="4987990" y="-22358"/>
            <a:ext cx="19488218" cy="13760716"/>
          </a:xfrm>
          <a:prstGeom prst="rect">
            <a:avLst/>
          </a:prstGeom>
          <a:solidFill>
            <a:srgbClr val="1C2E5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" name="spacex-TV2gg2kZD1o-unsplash.jpg" descr="spacex-TV2gg2kZD1o-unsplash.jpg">
            <a:extLst>
              <a:ext uri="{FF2B5EF4-FFF2-40B4-BE49-F238E27FC236}">
                <a16:creationId xmlns:a16="http://schemas.microsoft.com/office/drawing/2014/main" id="{59CB8605-71B9-E6F9-FB65-D9CF58764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5364"/>
          </a:blip>
          <a:srcRect t="10093" r="15947" b="749"/>
          <a:stretch/>
        </p:blipFill>
        <p:spPr>
          <a:xfrm>
            <a:off x="4988005" y="0"/>
            <a:ext cx="19395995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51DC0C01-3CDB-7C2B-663E-84A5976C3BAB}"/>
              </a:ext>
            </a:extLst>
          </p:cNvPr>
          <p:cNvSpPr/>
          <p:nvPr userDrawn="1"/>
        </p:nvSpPr>
        <p:spPr>
          <a:xfrm>
            <a:off x="1655885" y="2963873"/>
            <a:ext cx="3332223" cy="10752127"/>
          </a:xfrm>
          <a:prstGeom prst="rect">
            <a:avLst/>
          </a:prstGeom>
          <a:solidFill>
            <a:srgbClr val="F4C04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2BB58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66DDCD12-8F11-A57F-C3E9-43210106BA11}"/>
              </a:ext>
            </a:extLst>
          </p:cNvPr>
          <p:cNvGrpSpPr/>
          <p:nvPr userDrawn="1"/>
        </p:nvGrpSpPr>
        <p:grpSpPr>
          <a:xfrm>
            <a:off x="-16505" y="9867879"/>
            <a:ext cx="3934329" cy="3848121"/>
            <a:chOff x="598730" y="0"/>
            <a:chExt cx="3934328" cy="3848119"/>
          </a:xfrm>
        </p:grpSpPr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5FDDD655-2B6A-8EDD-DB88-798E82E02DCF}"/>
                </a:ext>
              </a:extLst>
            </p:cNvPr>
            <p:cNvSpPr/>
            <p:nvPr/>
          </p:nvSpPr>
          <p:spPr>
            <a:xfrm>
              <a:off x="598730" y="0"/>
              <a:ext cx="2447638" cy="3848119"/>
            </a:xfrm>
            <a:prstGeom prst="rect">
              <a:avLst/>
            </a:prstGeom>
            <a:solidFill>
              <a:srgbClr val="1C2E5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8527F7D5-85FC-A4A0-06CC-D543618182A9}"/>
                </a:ext>
              </a:extLst>
            </p:cNvPr>
            <p:cNvSpPr/>
            <p:nvPr/>
          </p:nvSpPr>
          <p:spPr>
            <a:xfrm>
              <a:off x="1703013" y="2319341"/>
              <a:ext cx="2830045" cy="1528778"/>
            </a:xfrm>
            <a:prstGeom prst="rect">
              <a:avLst/>
            </a:prstGeom>
            <a:solidFill>
              <a:srgbClr val="1C2E51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8" name="Rectangle">
            <a:extLst>
              <a:ext uri="{FF2B5EF4-FFF2-40B4-BE49-F238E27FC236}">
                <a16:creationId xmlns:a16="http://schemas.microsoft.com/office/drawing/2014/main" id="{DB767DD7-E45C-F027-A598-27FEA29035CD}"/>
              </a:ext>
            </a:extLst>
          </p:cNvPr>
          <p:cNvSpPr/>
          <p:nvPr userDrawn="1"/>
        </p:nvSpPr>
        <p:spPr>
          <a:xfrm>
            <a:off x="794433" y="2722972"/>
            <a:ext cx="873244" cy="250006"/>
          </a:xfrm>
          <a:prstGeom prst="rect">
            <a:avLst/>
          </a:prstGeom>
          <a:solidFill>
            <a:srgbClr val="F4C04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9" name="AURIA_LOGO.png" descr="AURIA_LOGO.png">
            <a:extLst>
              <a:ext uri="{FF2B5EF4-FFF2-40B4-BE49-F238E27FC236}">
                <a16:creationId xmlns:a16="http://schemas.microsoft.com/office/drawing/2014/main" id="{9E922791-7282-9DDF-F90D-C8690A9D0A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6968" y="894233"/>
            <a:ext cx="3282126" cy="88197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EEB80B34-5966-BE8B-3286-0213260F733C}"/>
              </a:ext>
            </a:extLst>
          </p:cNvPr>
          <p:cNvSpPr/>
          <p:nvPr userDrawn="1"/>
        </p:nvSpPr>
        <p:spPr>
          <a:xfrm>
            <a:off x="4928714" y="13034861"/>
            <a:ext cx="2201630" cy="699778"/>
          </a:xfrm>
          <a:prstGeom prst="rect">
            <a:avLst/>
          </a:prstGeom>
          <a:solidFill>
            <a:srgbClr val="F4C04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2BB58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7130344" y="2963873"/>
            <a:ext cx="16071867" cy="759744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2500" b="0" i="0">
                <a:solidFill>
                  <a:schemeClr val="bg1"/>
                </a:solidFill>
                <a:latin typeface="Sinter X-Light" panose="02000000000000000000" pitchFamily="2" charset="77"/>
              </a:defRPr>
            </a:lvl1pPr>
          </a:lstStyle>
          <a:p>
            <a:r>
              <a:t>Slide 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14BDA7-A469-9488-A481-5B5B7142820D}"/>
              </a:ext>
            </a:extLst>
          </p:cNvPr>
          <p:cNvCxnSpPr/>
          <p:nvPr userDrawn="1"/>
        </p:nvCxnSpPr>
        <p:spPr>
          <a:xfrm>
            <a:off x="23202214" y="12904998"/>
            <a:ext cx="0" cy="811002"/>
          </a:xfrm>
          <a:prstGeom prst="line">
            <a:avLst/>
          </a:prstGeom>
          <a:noFill/>
          <a:ln w="25400" cap="flat">
            <a:solidFill>
              <a:srgbClr val="FDBA3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3613449-8E6B-56A5-9320-42F7BD8A84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1785" y="12904998"/>
            <a:ext cx="11293604" cy="3488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0">
                <a:solidFill>
                  <a:schemeClr val="bg1"/>
                </a:solidFill>
              </a:defRPr>
            </a:lvl1pPr>
            <a:lvl2pPr marL="609600" indent="0">
              <a:buFontTx/>
              <a:buNone/>
              <a:defRPr sz="1600"/>
            </a:lvl2pPr>
            <a:lvl3pPr marL="1219200" indent="0">
              <a:buFontTx/>
              <a:buNone/>
              <a:defRPr sz="1600"/>
            </a:lvl3pPr>
            <a:lvl4pPr marL="1828800" indent="0">
              <a:buFontTx/>
              <a:buNone/>
              <a:defRPr sz="1600"/>
            </a:lvl4pPr>
            <a:lvl5pPr marL="2438400" indent="0">
              <a:buFontTx/>
              <a:buNone/>
              <a:defRPr sz="1600"/>
            </a:lvl5pPr>
          </a:lstStyle>
          <a:p>
            <a:pPr lvl="0"/>
            <a:r>
              <a:rPr lang="en-US"/>
              <a:t>Click to Edit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A6760E4-D300-DF57-5512-282ADF2FB3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08545" y="3476819"/>
            <a:ext cx="2059971" cy="81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885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81692" y="12904998"/>
            <a:ext cx="368505" cy="348813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b">
            <a:spAutoFit/>
          </a:bodyPr>
          <a:lstStyle>
            <a:lvl1pPr defTabSz="584200">
              <a:defRPr sz="1600" b="0" i="0">
                <a:solidFill>
                  <a:srgbClr val="000000"/>
                </a:solidFill>
                <a:latin typeface="Sinter Light" panose="02000000000000000000" pitchFamily="2" charset="77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562A2E-FBD3-ECDA-9381-58AB618A27D9}"/>
              </a:ext>
            </a:extLst>
          </p:cNvPr>
          <p:cNvCxnSpPr/>
          <p:nvPr userDrawn="1"/>
        </p:nvCxnSpPr>
        <p:spPr>
          <a:xfrm>
            <a:off x="23202214" y="12904998"/>
            <a:ext cx="0" cy="811002"/>
          </a:xfrm>
          <a:prstGeom prst="line">
            <a:avLst/>
          </a:prstGeom>
          <a:noFill/>
          <a:ln w="25400" cap="flat">
            <a:solidFill>
              <a:srgbClr val="FDBA3F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5" r:id="rId4"/>
    <p:sldLayoutId id="2147483654" r:id="rId5"/>
    <p:sldLayoutId id="2147483660" r:id="rId6"/>
    <p:sldLayoutId id="2147483658" r:id="rId7"/>
    <p:sldLayoutId id="2147483661" r:id="rId8"/>
    <p:sldLayoutId id="2147483659" r:id="rId9"/>
    <p:sldLayoutId id="2147483662" r:id="rId10"/>
    <p:sldLayoutId id="2147483657" r:id="rId11"/>
  </p:sldLayoutIdLst>
  <p:transition spd="med"/>
  <p:hf hdr="0" dt="0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chemeClr val="accent1"/>
        </a:buClr>
        <a:buSzPct val="123000"/>
        <a:buFont typeface="System Font Regular"/>
        <a:buChar char="-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Sinter Light" panose="02000000000000000000" pitchFamily="2" charset="77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C26BDDF-A3A8-8690-A940-25B90936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1028" y="1748115"/>
            <a:ext cx="12432514" cy="6564863"/>
          </a:xfrm>
        </p:spPr>
        <p:txBody>
          <a:bodyPr/>
          <a:lstStyle/>
          <a:p>
            <a:pPr algn="ctr"/>
            <a:r>
              <a:rPr lang="en-US">
                <a:latin typeface="Sinter X-Light"/>
              </a:rPr>
              <a:t>Functional Diagrams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230CD3-0CCC-9A58-D48C-830A0F50987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0951596" y="8285599"/>
            <a:ext cx="12219284" cy="3250068"/>
          </a:xfrm>
        </p:spPr>
        <p:txBody>
          <a:bodyPr lIns="50800" tIns="50800" rIns="50800" bIns="50800" anchor="t">
            <a:normAutofit/>
          </a:bodyPr>
          <a:lstStyle/>
          <a:p>
            <a:pPr algn="ctr"/>
            <a:r>
              <a:rPr lang="en-US">
                <a:latin typeface="Sinter Light"/>
              </a:rPr>
              <a:t>Jacob Labasi, Landon Jobe, William Labasi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7561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54C53-0636-939D-CB3A-17162CE8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Updated BDD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1FFC81-8BB4-980E-DF74-1A65DFDA938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2233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113745-EAAD-9B6D-FEEF-74910DBFF5A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BF299-778D-2249-45CE-C0FF73886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076" y="856823"/>
            <a:ext cx="17071848" cy="1200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1069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3090-2C8C-9576-324C-9982712C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0D3B-01E3-C433-469C-B59C2565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Health System FD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AD14CB-71B5-EA6A-FB20-C032CADE6A6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4794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9DA9-7C88-491D-822C-88DE1FBE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0F3CA2-D145-C180-DB99-6AFC3A4C80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7A92583-7C81-B92D-43A3-7598EFC0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5A2751-7E05-BF90-A5F2-BDBF21A170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CD632A9-1F40-D735-36D8-8705FE301F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7BBFC12-EC20-5A75-9FA4-9230A68E78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249C4-CFAF-B675-6AB0-5F34A6E877EC}"/>
              </a:ext>
            </a:extLst>
          </p:cNvPr>
          <p:cNvSpPr txBox="1"/>
          <p:nvPr/>
        </p:nvSpPr>
        <p:spPr>
          <a:xfrm>
            <a:off x="4773167" y="2551176"/>
            <a:ext cx="7255763" cy="68589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45719" tIns="45720" rIns="45719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5200"/>
              </a:lnSpc>
            </a:pPr>
            <a:endParaRPr lang="en-US" sz="3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A75C70-5648-DCAD-A303-6ACE4E3FB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623" y="756477"/>
            <a:ext cx="22490574" cy="1127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5605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8DAA-086A-AB5C-B7B5-4881B951A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3C9D-7F47-E0B3-6C23-E1C36250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Orbital Data FD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D73908-DE4F-B759-5DBD-4687562246F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D09E1-4C95-A0EF-4DF2-C45F041403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3969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30FA-8DB3-6DA5-699E-82611FB0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7F397-5DB2-C428-7D49-FCDB40837E0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05CFA-EF0A-E11A-193F-44D41E869DD5}"/>
              </a:ext>
            </a:extLst>
          </p:cNvPr>
          <p:cNvSpPr txBox="1"/>
          <p:nvPr/>
        </p:nvSpPr>
        <p:spPr>
          <a:xfrm>
            <a:off x="4773167" y="2551176"/>
            <a:ext cx="7255763" cy="68589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rot="0" spcFirstLastPara="0" vertOverflow="overflow" horzOverflow="overflow" vert="horz" wrap="square" lIns="45719" tIns="45720" rIns="45719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5200"/>
              </a:lnSpc>
            </a:pPr>
            <a:endParaRPr lang="en-US" sz="3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7267A9-F256-2869-2F88-D92862B76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478" y="765559"/>
            <a:ext cx="13803187" cy="1218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6882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C82B8-1900-2BCD-51F9-E8E5C1DBE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10FF-CEF6-16FB-C55E-69BA21A34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inter X-Light"/>
              </a:rPr>
              <a:t>Collision Risk FD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97E11A-56DA-CD2D-9D6E-9DA24552C23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2601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79844-A5CA-4BBF-4798-2A0D9ED0D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B10C49-9929-CAEC-3917-4FCB3A43D7D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92BB5-658F-F185-29BA-1D8832E13989}"/>
              </a:ext>
            </a:extLst>
          </p:cNvPr>
          <p:cNvSpPr txBox="1"/>
          <p:nvPr/>
        </p:nvSpPr>
        <p:spPr>
          <a:xfrm>
            <a:off x="4773167" y="2551176"/>
            <a:ext cx="7255763" cy="68589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rot="0" spcFirstLastPara="0" vertOverflow="overflow" horzOverflow="overflow" vert="horz" wrap="square" lIns="45719" tIns="45720" rIns="45719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ts val="5200"/>
              </a:lnSpc>
            </a:pPr>
            <a:endParaRPr lang="en-US" sz="3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92985-D0D4-5E57-9094-B6F40CC36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51" y="1025967"/>
            <a:ext cx="23691298" cy="1013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2056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4D65-207F-C2B7-4788-3DA7088B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TLE Propagator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E6CC07-121B-4311-F852-92066F5898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19968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37533D-E768-5088-AF68-66F31107404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BF0A2-69CA-B55A-EC43-651178C31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2449025"/>
            <a:ext cx="23431500" cy="881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5377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AURIA">
      <a:dk1>
        <a:srgbClr val="0F1626"/>
      </a:dk1>
      <a:lt1>
        <a:srgbClr val="FFFFFF"/>
      </a:lt1>
      <a:dk2>
        <a:srgbClr val="0F1626"/>
      </a:dk2>
      <a:lt2>
        <a:srgbClr val="D7D8DF"/>
      </a:lt2>
      <a:accent1>
        <a:srgbClr val="F4BF44"/>
      </a:accent1>
      <a:accent2>
        <a:srgbClr val="8C8E98"/>
      </a:accent2>
      <a:accent3>
        <a:srgbClr val="1A2E51"/>
      </a:accent3>
      <a:accent4>
        <a:srgbClr val="A35458"/>
      </a:accent4>
      <a:accent5>
        <a:srgbClr val="827EA8"/>
      </a:accent5>
      <a:accent6>
        <a:srgbClr val="6F99CF"/>
      </a:accent6>
      <a:hlink>
        <a:srgbClr val="F4BF44"/>
      </a:hlink>
      <a:folHlink>
        <a:srgbClr val="8C8E98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:ma14="http://schemas.microsoft.com/office/mac/drawingml/2011/main" xmlns:a14="http://schemas.microsoft.com/office/drawing/2010/main" xmlns:m="http://schemas.openxmlformats.org/officeDocument/2006/math" xmlns="" val="1"/>
          </a:ext>
        </a:extLst>
      </a:spPr>
      <a:bodyPr lIns="45719" rIns="45719" anchor="t"/>
      <a:lstStyle>
        <a:defPPr algn="l">
          <a:lnSpc>
            <a:spcPts val="5200"/>
          </a:lnSpc>
          <a:defRPr sz="32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d25bdb-4f84-4a36-a086-1263d57078da">
      <Terms xmlns="http://schemas.microsoft.com/office/infopath/2007/PartnerControls"/>
    </lcf76f155ced4ddcb4097134ff3c332f>
    <TaxCatchAll xmlns="71708570-38e4-40a3-b9d3-4172383c680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234FCC7EDFF845BB19F2B3D87065B5" ma:contentTypeVersion="14" ma:contentTypeDescription="Create a new document." ma:contentTypeScope="" ma:versionID="f18db830a732542a29cee531de87baec">
  <xsd:schema xmlns:xsd="http://www.w3.org/2001/XMLSchema" xmlns:xs="http://www.w3.org/2001/XMLSchema" xmlns:p="http://schemas.microsoft.com/office/2006/metadata/properties" xmlns:ns2="71d25bdb-4f84-4a36-a086-1263d57078da" xmlns:ns3="71708570-38e4-40a3-b9d3-4172383c6808" targetNamespace="http://schemas.microsoft.com/office/2006/metadata/properties" ma:root="true" ma:fieldsID="29af0108b70a24f35ff38eba139c6db3" ns2:_="" ns3:_="">
    <xsd:import namespace="71d25bdb-4f84-4a36-a086-1263d57078da"/>
    <xsd:import namespace="71708570-38e4-40a3-b9d3-4172383c68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25bdb-4f84-4a36-a086-1263d5707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eea10e3-b5d4-45fc-82a5-5331f2798c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708570-38e4-40a3-b9d3-4172383c680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b294dfa-6d1d-4f0c-8a32-b5b833a728c5}" ma:internalName="TaxCatchAll" ma:showField="CatchAllData" ma:web="71708570-38e4-40a3-b9d3-4172383c68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743438-3B4A-4164-AEC1-0B3AE3AA7C9F}">
  <ds:schemaRefs>
    <ds:schemaRef ds:uri="http://purl.org/dc/dcmitype/"/>
    <ds:schemaRef ds:uri="http://schemas.microsoft.com/office/infopath/2007/PartnerControls"/>
    <ds:schemaRef ds:uri="71708570-38e4-40a3-b9d3-4172383c6808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71d25bdb-4f84-4a36-a086-1263d57078da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753985F-B5D6-4E41-B14F-435EDF7D75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32923E-3C7B-4199-AFD1-3B8D2BA8D3F9}">
  <ds:schemaRefs>
    <ds:schemaRef ds:uri="71708570-38e4-40a3-b9d3-4172383c6808"/>
    <ds:schemaRef ds:uri="71d25bdb-4f84-4a36-a086-1263d57078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Custom</PresentationFormat>
  <Paragraphs>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Helvetica Neue</vt:lpstr>
      <vt:lpstr>Sinter</vt:lpstr>
      <vt:lpstr>Sinter Light</vt:lpstr>
      <vt:lpstr>Sinter X-Light</vt:lpstr>
      <vt:lpstr>System Font Regular</vt:lpstr>
      <vt:lpstr>21_BasicWhite</vt:lpstr>
      <vt:lpstr>Functional Diagrams</vt:lpstr>
      <vt:lpstr>Updated BDD</vt:lpstr>
      <vt:lpstr>PowerPoint Presentation</vt:lpstr>
      <vt:lpstr>Health System FD</vt:lpstr>
      <vt:lpstr>PowerPoint Presentation</vt:lpstr>
      <vt:lpstr>Orbital Data FD</vt:lpstr>
      <vt:lpstr>PowerPoint Presentation</vt:lpstr>
      <vt:lpstr>Collision Risk FD</vt:lpstr>
      <vt:lpstr>PowerPoint Presentation</vt:lpstr>
      <vt:lpstr>TLE Propagator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Goes Here</dc:title>
  <dc:creator>Kaylie Banks</dc:creator>
  <cp:lastModifiedBy>Landon Jobe</cp:lastModifiedBy>
  <cp:revision>4</cp:revision>
  <dcterms:modified xsi:type="dcterms:W3CDTF">2026-07-02T16:02:55Z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a7ffa232-45f1-487e-8cd8-9c083e691124</vt:lpwstr>
  </property>
  <property fmtid="{D5CDD505-2E9C-101B-9397-08002B2CF9AE}" pid="3" name="MediaServiceImageTags">
    <vt:lpwstr/>
  </property>
  <property fmtid="{D5CDD505-2E9C-101B-9397-08002B2CF9AE}" pid="4" name="ContentTypeId">
    <vt:lpwstr>0x010100A5234FCC7EDFF845BB19F2B3D87065B5</vt:lpwstr>
  </property>
</Properties>
</file>