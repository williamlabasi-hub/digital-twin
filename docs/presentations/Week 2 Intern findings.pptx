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5"/>
  </p:sldMasterIdLst>
  <p:notesMasterIdLst>
    <p:notesMasterId r:id="rId37"/>
  </p:notesMasterIdLst>
  <p:sldIdLst>
    <p:sldId id="261" r:id="rId6"/>
    <p:sldId id="289" r:id="rId7"/>
    <p:sldId id="290" r:id="rId8"/>
    <p:sldId id="295" r:id="rId9"/>
    <p:sldId id="265" r:id="rId10"/>
    <p:sldId id="285" r:id="rId11"/>
    <p:sldId id="268" r:id="rId12"/>
    <p:sldId id="284" r:id="rId13"/>
    <p:sldId id="267" r:id="rId14"/>
    <p:sldId id="282" r:id="rId15"/>
    <p:sldId id="272" r:id="rId16"/>
    <p:sldId id="279" r:id="rId17"/>
    <p:sldId id="292" r:id="rId18"/>
    <p:sldId id="269" r:id="rId19"/>
    <p:sldId id="280" r:id="rId20"/>
    <p:sldId id="271" r:id="rId21"/>
    <p:sldId id="262" r:id="rId22"/>
    <p:sldId id="293" r:id="rId23"/>
    <p:sldId id="294" r:id="rId24"/>
    <p:sldId id="287" r:id="rId25"/>
    <p:sldId id="291" r:id="rId26"/>
    <p:sldId id="275" r:id="rId27"/>
    <p:sldId id="277" r:id="rId28"/>
    <p:sldId id="273" r:id="rId29"/>
    <p:sldId id="278" r:id="rId30"/>
    <p:sldId id="274" r:id="rId31"/>
    <p:sldId id="276" r:id="rId32"/>
    <p:sldId id="286" r:id="rId33"/>
    <p:sldId id="288" r:id="rId34"/>
    <p:sldId id="297" r:id="rId35"/>
    <p:sldId id="296" r:id="rId3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E12"/>
    <a:srgbClr val="FEBF11"/>
    <a:srgbClr val="FFFFFF"/>
    <a:srgbClr val="8D8F99"/>
    <a:srgbClr val="1A2E50"/>
    <a:srgbClr val="FDBA3F"/>
    <a:srgbClr val="121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2D8E1-30FC-5114-C156-5B5E96334DC3}" v="10" dt="2026-06-11T16:36:43.147"/>
    <p1510:client id="{12E311ED-0074-40C5-BDA5-5E9E3DFCE54A}" v="3091" dt="2026-06-11T17:59:31.615"/>
    <p1510:client id="{4CE25374-A76A-12CF-3496-AC688BFE2E92}" v="242" dt="2026-06-11T16:26:56.578"/>
    <p1510:client id="{716F1380-4954-4C7A-8764-4559F6C32425}" v="41" dt="2026-06-11T16:28:14.588"/>
    <p1510:client id="{AEDB445F-6DDC-4375-8477-80D32E419742}" v="1305" dt="2026-06-11T16:10:22.466"/>
    <p1510:client id="{D2B78DEC-2B31-340D-EFEC-57262D2C26F6}" v="1678" dt="2026-06-10T21:40:25.85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Labasi" userId="S::william.labasi@auria.space::581d6fb7-c377-42de-a9b5-1b5f636fd07f" providerId="AD" clId="Web-{4CE25374-A76A-12CF-3496-AC688BFE2E92}"/>
    <pc:docChg chg="addSld delSld modSld">
      <pc:chgData name="William Labasi" userId="S::william.labasi@auria.space::581d6fb7-c377-42de-a9b5-1b5f636fd07f" providerId="AD" clId="Web-{4CE25374-A76A-12CF-3496-AC688BFE2E92}" dt="2026-06-11T16:26:56.578" v="241" actId="20577"/>
      <pc:docMkLst>
        <pc:docMk/>
      </pc:docMkLst>
      <pc:sldChg chg="modSp">
        <pc:chgData name="William Labasi" userId="S::william.labasi@auria.space::581d6fb7-c377-42de-a9b5-1b5f636fd07f" providerId="AD" clId="Web-{4CE25374-A76A-12CF-3496-AC688BFE2E92}" dt="2026-06-11T16:24:57.906" v="234" actId="20577"/>
        <pc:sldMkLst>
          <pc:docMk/>
          <pc:sldMk cId="3667117532" sldId="269"/>
        </pc:sldMkLst>
        <pc:spChg chg="mod">
          <ac:chgData name="William Labasi" userId="S::william.labasi@auria.space::581d6fb7-c377-42de-a9b5-1b5f636fd07f" providerId="AD" clId="Web-{4CE25374-A76A-12CF-3496-AC688BFE2E92}" dt="2026-06-11T16:24:57.906" v="234" actId="20577"/>
          <ac:spMkLst>
            <pc:docMk/>
            <pc:sldMk cId="3667117532" sldId="269"/>
            <ac:spMk id="11" creationId="{BDFA6B45-1A1A-09C3-9D7F-948640145868}"/>
          </ac:spMkLst>
        </pc:spChg>
      </pc:sldChg>
      <pc:sldChg chg="modSp">
        <pc:chgData name="William Labasi" userId="S::william.labasi@auria.space::581d6fb7-c377-42de-a9b5-1b5f636fd07f" providerId="AD" clId="Web-{4CE25374-A76A-12CF-3496-AC688BFE2E92}" dt="2026-06-11T16:19:05.624" v="131" actId="20577"/>
        <pc:sldMkLst>
          <pc:docMk/>
          <pc:sldMk cId="2463211286" sldId="284"/>
        </pc:sldMkLst>
        <pc:spChg chg="mod">
          <ac:chgData name="William Labasi" userId="S::william.labasi@auria.space::581d6fb7-c377-42de-a9b5-1b5f636fd07f" providerId="AD" clId="Web-{4CE25374-A76A-12CF-3496-AC688BFE2E92}" dt="2026-06-11T16:19:05.624" v="131" actId="20577"/>
          <ac:spMkLst>
            <pc:docMk/>
            <pc:sldMk cId="2463211286" sldId="284"/>
            <ac:spMk id="9" creationId="{5BE25129-0B21-6A4A-BB6C-74992B2E019C}"/>
          </ac:spMkLst>
        </pc:spChg>
      </pc:sldChg>
      <pc:sldChg chg="modSp">
        <pc:chgData name="William Labasi" userId="S::william.labasi@auria.space::581d6fb7-c377-42de-a9b5-1b5f636fd07f" providerId="AD" clId="Web-{4CE25374-A76A-12CF-3496-AC688BFE2E92}" dt="2026-06-11T16:26:56.578" v="241" actId="20577"/>
        <pc:sldMkLst>
          <pc:docMk/>
          <pc:sldMk cId="2692678424" sldId="291"/>
        </pc:sldMkLst>
        <pc:spChg chg="mod">
          <ac:chgData name="William Labasi" userId="S::william.labasi@auria.space::581d6fb7-c377-42de-a9b5-1b5f636fd07f" providerId="AD" clId="Web-{4CE25374-A76A-12CF-3496-AC688BFE2E92}" dt="2026-06-11T16:26:56.578" v="241" actId="20577"/>
          <ac:spMkLst>
            <pc:docMk/>
            <pc:sldMk cId="2692678424" sldId="291"/>
            <ac:spMk id="4" creationId="{BB760FCA-EB61-9A77-E1F1-C494144FF7C0}"/>
          </ac:spMkLst>
        </pc:spChg>
      </pc:sldChg>
      <pc:sldChg chg="modSp new">
        <pc:chgData name="William Labasi" userId="S::william.labasi@auria.space::581d6fb7-c377-42de-a9b5-1b5f636fd07f" providerId="AD" clId="Web-{4CE25374-A76A-12CF-3496-AC688BFE2E92}" dt="2026-06-11T16:26:15.015" v="235" actId="20577"/>
        <pc:sldMkLst>
          <pc:docMk/>
          <pc:sldMk cId="496389557" sldId="293"/>
        </pc:sldMkLst>
        <pc:spChg chg="mod">
          <ac:chgData name="William Labasi" userId="S::william.labasi@auria.space::581d6fb7-c377-42de-a9b5-1b5f636fd07f" providerId="AD" clId="Web-{4CE25374-A76A-12CF-3496-AC688BFE2E92}" dt="2026-06-11T16:26:15.015" v="235" actId="20577"/>
          <ac:spMkLst>
            <pc:docMk/>
            <pc:sldMk cId="496389557" sldId="293"/>
            <ac:spMk id="2" creationId="{92A52DE8-BC85-0013-A67A-8C41180E0229}"/>
          </ac:spMkLst>
        </pc:spChg>
      </pc:sldChg>
      <pc:sldChg chg="new del">
        <pc:chgData name="William Labasi" userId="S::william.labasi@auria.space::581d6fb7-c377-42de-a9b5-1b5f636fd07f" providerId="AD" clId="Web-{4CE25374-A76A-12CF-3496-AC688BFE2E92}" dt="2026-06-11T15:56:21.856" v="1"/>
        <pc:sldMkLst>
          <pc:docMk/>
          <pc:sldMk cId="1485115702" sldId="293"/>
        </pc:sldMkLst>
      </pc:sldChg>
      <pc:sldChg chg="new">
        <pc:chgData name="William Labasi" userId="S::william.labasi@auria.space::581d6fb7-c377-42de-a9b5-1b5f636fd07f" providerId="AD" clId="Web-{4CE25374-A76A-12CF-3496-AC688BFE2E92}" dt="2026-06-11T15:56:50.528" v="29"/>
        <pc:sldMkLst>
          <pc:docMk/>
          <pc:sldMk cId="1459477987" sldId="294"/>
        </pc:sldMkLst>
      </pc:sldChg>
      <pc:sldChg chg="addSp delSp modSp new">
        <pc:chgData name="William Labasi" userId="S::william.labasi@auria.space::581d6fb7-c377-42de-a9b5-1b5f636fd07f" providerId="AD" clId="Web-{4CE25374-A76A-12CF-3496-AC688BFE2E92}" dt="2026-06-11T16:08:45.420" v="115" actId="1076"/>
        <pc:sldMkLst>
          <pc:docMk/>
          <pc:sldMk cId="3565010578" sldId="295"/>
        </pc:sldMkLst>
        <pc:spChg chg="mod">
          <ac:chgData name="William Labasi" userId="S::william.labasi@auria.space::581d6fb7-c377-42de-a9b5-1b5f636fd07f" providerId="AD" clId="Web-{4CE25374-A76A-12CF-3496-AC688BFE2E92}" dt="2026-06-11T16:04:38.404" v="94" actId="20577"/>
          <ac:spMkLst>
            <pc:docMk/>
            <pc:sldMk cId="3565010578" sldId="295"/>
            <ac:spMk id="5" creationId="{B0123EE8-8C52-A3C0-C8F6-07A62C2DEF51}"/>
          </ac:spMkLst>
        </pc:spChg>
        <pc:spChg chg="add del mod">
          <ac:chgData name="William Labasi" userId="S::william.labasi@auria.space::581d6fb7-c377-42de-a9b5-1b5f636fd07f" providerId="AD" clId="Web-{4CE25374-A76A-12CF-3496-AC688BFE2E92}" dt="2026-06-11T16:06:49.576" v="103"/>
          <ac:spMkLst>
            <pc:docMk/>
            <pc:sldMk cId="3565010578" sldId="295"/>
            <ac:spMk id="7" creationId="{2F64503A-105A-7786-BEA3-006FD7CDBE6C}"/>
          </ac:spMkLst>
        </pc:spChg>
        <pc:picChg chg="add mod">
          <ac:chgData name="William Labasi" userId="S::william.labasi@auria.space::581d6fb7-c377-42de-a9b5-1b5f636fd07f" providerId="AD" clId="Web-{4CE25374-A76A-12CF-3496-AC688BFE2E92}" dt="2026-06-11T16:08:39.029" v="114" actId="1076"/>
          <ac:picMkLst>
            <pc:docMk/>
            <pc:sldMk cId="3565010578" sldId="295"/>
            <ac:picMk id="6" creationId="{3F68AE21-68B1-6AD6-9330-07F1D61B53EB}"/>
          </ac:picMkLst>
        </pc:picChg>
        <pc:inkChg chg="add del">
          <ac:chgData name="William Labasi" userId="S::william.labasi@auria.space::581d6fb7-c377-42de-a9b5-1b5f636fd07f" providerId="AD" clId="Web-{4CE25374-A76A-12CF-3496-AC688BFE2E92}" dt="2026-06-11T16:07:46.248" v="109"/>
          <ac:inkMkLst>
            <pc:docMk/>
            <pc:sldMk cId="3565010578" sldId="295"/>
            <ac:inkMk id="8" creationId="{5CB25742-8DD4-94AA-46E0-9B1A650A3179}"/>
          </ac:inkMkLst>
        </pc:inkChg>
        <pc:inkChg chg="add del">
          <ac:chgData name="William Labasi" userId="S::william.labasi@auria.space::581d6fb7-c377-42de-a9b5-1b5f636fd07f" providerId="AD" clId="Web-{4CE25374-A76A-12CF-3496-AC688BFE2E92}" dt="2026-06-11T16:07:42.561" v="108"/>
          <ac:inkMkLst>
            <pc:docMk/>
            <pc:sldMk cId="3565010578" sldId="295"/>
            <ac:inkMk id="9" creationId="{2EA7CBA0-F1BB-D78A-437B-2E93D014C826}"/>
          </ac:inkMkLst>
        </pc:inkChg>
        <pc:inkChg chg="add mod">
          <ac:chgData name="William Labasi" userId="S::william.labasi@auria.space::581d6fb7-c377-42de-a9b5-1b5f636fd07f" providerId="AD" clId="Web-{4CE25374-A76A-12CF-3496-AC688BFE2E92}" dt="2026-06-11T16:08:45.420" v="115" actId="1076"/>
          <ac:inkMkLst>
            <pc:docMk/>
            <pc:sldMk cId="3565010578" sldId="295"/>
            <ac:inkMk id="10" creationId="{10FE79E7-4A9E-ECD8-E2DE-E1DD9A6597AE}"/>
          </ac:inkMkLst>
        </pc:inkChg>
        <pc:inkChg chg="add del">
          <ac:chgData name="William Labasi" userId="S::william.labasi@auria.space::581d6fb7-c377-42de-a9b5-1b5f636fd07f" providerId="AD" clId="Web-{4CE25374-A76A-12CF-3496-AC688BFE2E92}" dt="2026-06-11T16:08:32.748" v="112"/>
          <ac:inkMkLst>
            <pc:docMk/>
            <pc:sldMk cId="3565010578" sldId="295"/>
            <ac:inkMk id="11" creationId="{242C6E95-9A6A-CF1B-7BAF-6C3ED6FFC338}"/>
          </ac:inkMkLst>
        </pc:inkChg>
      </pc:sldChg>
    </pc:docChg>
  </pc:docChgLst>
  <pc:docChgLst>
    <pc:chgData name="William Labasi" userId="S::william.labasi@auria.space::581d6fb7-c377-42de-a9b5-1b5f636fd07f" providerId="AD" clId="Web-{D2B78DEC-2B31-340D-EFEC-57262D2C26F6}"/>
    <pc:docChg chg="addSld modSld">
      <pc:chgData name="William Labasi" userId="S::william.labasi@auria.space::581d6fb7-c377-42de-a9b5-1b5f636fd07f" providerId="AD" clId="Web-{D2B78DEC-2B31-340D-EFEC-57262D2C26F6}" dt="2026-06-10T21:40:25.855" v="1673" actId="20577"/>
      <pc:docMkLst>
        <pc:docMk/>
      </pc:docMkLst>
      <pc:sldChg chg="addSp delSp modSp">
        <pc:chgData name="William Labasi" userId="S::william.labasi@auria.space::581d6fb7-c377-42de-a9b5-1b5f636fd07f" providerId="AD" clId="Web-{D2B78DEC-2B31-340D-EFEC-57262D2C26F6}" dt="2026-06-10T16:14:41.082" v="1068" actId="1076"/>
        <pc:sldMkLst>
          <pc:docMk/>
          <pc:sldMk cId="4107092400" sldId="282"/>
        </pc:sldMkLst>
        <pc:spChg chg="add del mod">
          <ac:chgData name="William Labasi" userId="S::william.labasi@auria.space::581d6fb7-c377-42de-a9b5-1b5f636fd07f" providerId="AD" clId="Web-{D2B78DEC-2B31-340D-EFEC-57262D2C26F6}" dt="2026-06-10T16:12:18.896" v="901"/>
          <ac:spMkLst>
            <pc:docMk/>
            <pc:sldMk cId="4107092400" sldId="282"/>
            <ac:spMk id="3" creationId="{A348B8F1-894D-85D4-ED76-D9D9C02AFC92}"/>
          </ac:spMkLst>
        </pc:spChg>
        <pc:spChg chg="mod">
          <ac:chgData name="William Labasi" userId="S::william.labasi@auria.space::581d6fb7-c377-42de-a9b5-1b5f636fd07f" providerId="AD" clId="Web-{D2B78DEC-2B31-340D-EFEC-57262D2C26F6}" dt="2026-06-10T16:14:07.926" v="1066" actId="20577"/>
          <ac:spMkLst>
            <pc:docMk/>
            <pc:sldMk cId="4107092400" sldId="282"/>
            <ac:spMk id="5" creationId="{C7033123-087A-87C3-C44E-8E3AD0CF5B25}"/>
          </ac:spMkLst>
        </pc:spChg>
        <pc:spChg chg="add del mod">
          <ac:chgData name="William Labasi" userId="S::william.labasi@auria.space::581d6fb7-c377-42de-a9b5-1b5f636fd07f" providerId="AD" clId="Web-{D2B78DEC-2B31-340D-EFEC-57262D2C26F6}" dt="2026-06-10T16:14:41.082" v="1068" actId="1076"/>
          <ac:spMkLst>
            <pc:docMk/>
            <pc:sldMk cId="4107092400" sldId="282"/>
            <ac:spMk id="7" creationId="{F84EE23A-8D9B-F0A6-D66F-B1FE1491DFAD}"/>
          </ac:spMkLst>
        </pc:spChg>
        <pc:spChg chg="mod">
          <ac:chgData name="William Labasi" userId="S::william.labasi@auria.space::581d6fb7-c377-42de-a9b5-1b5f636fd07f" providerId="AD" clId="Web-{D2B78DEC-2B31-340D-EFEC-57262D2C26F6}" dt="2026-06-10T16:09:57.397" v="698" actId="20577"/>
          <ac:spMkLst>
            <pc:docMk/>
            <pc:sldMk cId="4107092400" sldId="282"/>
            <ac:spMk id="12" creationId="{0698D3FF-E5EA-C81C-59AC-6BD1AB8960CA}"/>
          </ac:spMkLst>
        </pc:spChg>
      </pc:sldChg>
      <pc:sldChg chg="addSp delSp modSp mod modClrScheme chgLayout">
        <pc:chgData name="William Labasi" userId="S::william.labasi@auria.space::581d6fb7-c377-42de-a9b5-1b5f636fd07f" providerId="AD" clId="Web-{D2B78DEC-2B31-340D-EFEC-57262D2C26F6}" dt="2026-06-10T21:25:21.521" v="1147" actId="20577"/>
        <pc:sldMkLst>
          <pc:docMk/>
          <pc:sldMk cId="2463211286" sldId="284"/>
        </pc:sldMkLst>
        <pc:spChg chg="mod ord">
          <ac:chgData name="William Labasi" userId="S::william.labasi@auria.space::581d6fb7-c377-42de-a9b5-1b5f636fd07f" providerId="AD" clId="Web-{D2B78DEC-2B31-340D-EFEC-57262D2C26F6}" dt="2026-06-10T15:59:34.919" v="66"/>
          <ac:spMkLst>
            <pc:docMk/>
            <pc:sldMk cId="2463211286" sldId="284"/>
            <ac:spMk id="2" creationId="{D17D1C4B-39E4-D619-23A0-56EAF2DBD513}"/>
          </ac:spMkLst>
        </pc:spChg>
        <pc:spChg chg="add del mod">
          <ac:chgData name="William Labasi" userId="S::william.labasi@auria.space::581d6fb7-c377-42de-a9b5-1b5f636fd07f" providerId="AD" clId="Web-{D2B78DEC-2B31-340D-EFEC-57262D2C26F6}" dt="2026-06-10T15:58:03.342" v="6"/>
          <ac:spMkLst>
            <pc:docMk/>
            <pc:sldMk cId="2463211286" sldId="284"/>
            <ac:spMk id="3" creationId="{5A9D9757-07C4-916B-7D7F-CDCEF6D7FBA4}"/>
          </ac:spMkLst>
        </pc:spChg>
        <pc:spChg chg="add del mod">
          <ac:chgData name="William Labasi" userId="S::william.labasi@auria.space::581d6fb7-c377-42de-a9b5-1b5f636fd07f" providerId="AD" clId="Web-{D2B78DEC-2B31-340D-EFEC-57262D2C26F6}" dt="2026-06-10T16:00:19.184" v="102"/>
          <ac:spMkLst>
            <pc:docMk/>
            <pc:sldMk cId="2463211286" sldId="284"/>
            <ac:spMk id="4" creationId="{43527F97-062D-3A92-7F4E-2E0DBADFF209}"/>
          </ac:spMkLst>
        </pc:spChg>
        <pc:spChg chg="mod ord">
          <ac:chgData name="William Labasi" userId="S::william.labasi@auria.space::581d6fb7-c377-42de-a9b5-1b5f636fd07f" providerId="AD" clId="Web-{D2B78DEC-2B31-340D-EFEC-57262D2C26F6}" dt="2026-06-10T16:00:08.075" v="98" actId="20577"/>
          <ac:spMkLst>
            <pc:docMk/>
            <pc:sldMk cId="2463211286" sldId="284"/>
            <ac:spMk id="5" creationId="{842F8483-C099-A378-53DD-83A4D376D7EA}"/>
          </ac:spMkLst>
        </pc:spChg>
        <pc:spChg chg="mod ord">
          <ac:chgData name="William Labasi" userId="S::william.labasi@auria.space::581d6fb7-c377-42de-a9b5-1b5f636fd07f" providerId="AD" clId="Web-{D2B78DEC-2B31-340D-EFEC-57262D2C26F6}" dt="2026-06-10T21:25:21.521" v="1147" actId="20577"/>
          <ac:spMkLst>
            <pc:docMk/>
            <pc:sldMk cId="2463211286" sldId="284"/>
            <ac:spMk id="6" creationId="{A6532994-E47E-A045-3BC2-880D560D1E84}"/>
          </ac:spMkLst>
        </pc:spChg>
        <pc:spChg chg="add mod ord">
          <ac:chgData name="William Labasi" userId="S::william.labasi@auria.space::581d6fb7-c377-42de-a9b5-1b5f636fd07f" providerId="AD" clId="Web-{D2B78DEC-2B31-340D-EFEC-57262D2C26F6}" dt="2026-06-10T15:59:34.919" v="66"/>
          <ac:spMkLst>
            <pc:docMk/>
            <pc:sldMk cId="2463211286" sldId="284"/>
            <ac:spMk id="7" creationId="{90C3981B-7539-100D-E0E1-02F15883C270}"/>
          </ac:spMkLst>
        </pc:spChg>
        <pc:spChg chg="add mod ord">
          <ac:chgData name="William Labasi" userId="S::william.labasi@auria.space::581d6fb7-c377-42de-a9b5-1b5f636fd07f" providerId="AD" clId="Web-{D2B78DEC-2B31-340D-EFEC-57262D2C26F6}" dt="2026-06-10T16:08:40.164" v="639" actId="20577"/>
          <ac:spMkLst>
            <pc:docMk/>
            <pc:sldMk cId="2463211286" sldId="284"/>
            <ac:spMk id="8" creationId="{9FD37F66-98B2-609D-2A6C-BB9B52EF9AD9}"/>
          </ac:spMkLst>
        </pc:spChg>
        <pc:spChg chg="add mod ord">
          <ac:chgData name="William Labasi" userId="S::william.labasi@auria.space::581d6fb7-c377-42de-a9b5-1b5f636fd07f" providerId="AD" clId="Web-{D2B78DEC-2B31-340D-EFEC-57262D2C26F6}" dt="2026-06-10T16:03:41.760" v="466" actId="20577"/>
          <ac:spMkLst>
            <pc:docMk/>
            <pc:sldMk cId="2463211286" sldId="284"/>
            <ac:spMk id="9" creationId="{5BE25129-0B21-6A4A-BB6C-74992B2E019C}"/>
          </ac:spMkLst>
        </pc:spChg>
        <pc:spChg chg="add mod ord">
          <ac:chgData name="William Labasi" userId="S::william.labasi@auria.space::581d6fb7-c377-42de-a9b5-1b5f636fd07f" providerId="AD" clId="Web-{D2B78DEC-2B31-340D-EFEC-57262D2C26F6}" dt="2026-06-10T16:00:23.215" v="110" actId="20577"/>
          <ac:spMkLst>
            <pc:docMk/>
            <pc:sldMk cId="2463211286" sldId="284"/>
            <ac:spMk id="10" creationId="{84CC4899-AADD-CE49-ED50-C2255E7EEADF}"/>
          </ac:spMkLst>
        </pc:spChg>
        <pc:spChg chg="add mod ord">
          <ac:chgData name="William Labasi" userId="S::william.labasi@auria.space::581d6fb7-c377-42de-a9b5-1b5f636fd07f" providerId="AD" clId="Web-{D2B78DEC-2B31-340D-EFEC-57262D2C26F6}" dt="2026-06-10T16:00:34.871" v="136" actId="20577"/>
          <ac:spMkLst>
            <pc:docMk/>
            <pc:sldMk cId="2463211286" sldId="284"/>
            <ac:spMk id="11" creationId="{8F1F8460-0CE7-4A94-8AE3-9DDB3DC07AB5}"/>
          </ac:spMkLst>
        </pc:spChg>
        <pc:spChg chg="mod ord">
          <ac:chgData name="William Labasi" userId="S::william.labasi@auria.space::581d6fb7-c377-42de-a9b5-1b5f636fd07f" providerId="AD" clId="Web-{D2B78DEC-2B31-340D-EFEC-57262D2C26F6}" dt="2026-06-10T16:00:26.575" v="117" actId="20577"/>
          <ac:spMkLst>
            <pc:docMk/>
            <pc:sldMk cId="2463211286" sldId="284"/>
            <ac:spMk id="12" creationId="{2B82F33B-27A2-7948-0409-92B9341E1CDC}"/>
          </ac:spMkLst>
        </pc:spChg>
      </pc:sldChg>
      <pc:sldChg chg="modSp new">
        <pc:chgData name="William Labasi" userId="S::william.labasi@auria.space::581d6fb7-c377-42de-a9b5-1b5f636fd07f" providerId="AD" clId="Web-{D2B78DEC-2B31-340D-EFEC-57262D2C26F6}" dt="2026-06-10T21:37:38.654" v="1497" actId="20577"/>
        <pc:sldMkLst>
          <pc:docMk/>
          <pc:sldMk cId="2437968485" sldId="287"/>
        </pc:sldMkLst>
        <pc:spChg chg="mod">
          <ac:chgData name="William Labasi" userId="S::william.labasi@auria.space::581d6fb7-c377-42de-a9b5-1b5f636fd07f" providerId="AD" clId="Web-{D2B78DEC-2B31-340D-EFEC-57262D2C26F6}" dt="2026-06-10T21:37:38.654" v="1497" actId="20577"/>
          <ac:spMkLst>
            <pc:docMk/>
            <pc:sldMk cId="2437968485" sldId="287"/>
            <ac:spMk id="2" creationId="{56BF47F5-EBD6-AB0C-254D-2E843C5F4A98}"/>
          </ac:spMkLst>
        </pc:spChg>
      </pc:sldChg>
      <pc:sldChg chg="modSp new">
        <pc:chgData name="William Labasi" userId="S::william.labasi@auria.space::581d6fb7-c377-42de-a9b5-1b5f636fd07f" providerId="AD" clId="Web-{D2B78DEC-2B31-340D-EFEC-57262D2C26F6}" dt="2026-06-10T21:32:01.250" v="1208" actId="20577"/>
        <pc:sldMkLst>
          <pc:docMk/>
          <pc:sldMk cId="3495469395" sldId="289"/>
        </pc:sldMkLst>
        <pc:spChg chg="mod">
          <ac:chgData name="William Labasi" userId="S::william.labasi@auria.space::581d6fb7-c377-42de-a9b5-1b5f636fd07f" providerId="AD" clId="Web-{D2B78DEC-2B31-340D-EFEC-57262D2C26F6}" dt="2026-06-10T21:32:01.250" v="1208" actId="20577"/>
          <ac:spMkLst>
            <pc:docMk/>
            <pc:sldMk cId="3495469395" sldId="289"/>
            <ac:spMk id="2" creationId="{6A8A6CC5-B3AC-0FF5-B4E0-FAE7516BDD58}"/>
          </ac:spMkLst>
        </pc:spChg>
      </pc:sldChg>
      <pc:sldChg chg="modSp new">
        <pc:chgData name="William Labasi" userId="S::william.labasi@auria.space::581d6fb7-c377-42de-a9b5-1b5f636fd07f" providerId="AD" clId="Web-{D2B78DEC-2B31-340D-EFEC-57262D2C26F6}" dt="2026-06-10T21:37:22.154" v="1479" actId="20577"/>
        <pc:sldMkLst>
          <pc:docMk/>
          <pc:sldMk cId="2029186600" sldId="290"/>
        </pc:sldMkLst>
        <pc:spChg chg="mod">
          <ac:chgData name="William Labasi" userId="S::william.labasi@auria.space::581d6fb7-c377-42de-a9b5-1b5f636fd07f" providerId="AD" clId="Web-{D2B78DEC-2B31-340D-EFEC-57262D2C26F6}" dt="2026-06-10T21:34:11.874" v="1410" actId="14100"/>
          <ac:spMkLst>
            <pc:docMk/>
            <pc:sldMk cId="2029186600" sldId="290"/>
            <ac:spMk id="3" creationId="{CF3E9827-B914-0727-295B-03FB0AA35ECB}"/>
          </ac:spMkLst>
        </pc:spChg>
        <pc:spChg chg="mod">
          <ac:chgData name="William Labasi" userId="S::william.labasi@auria.space::581d6fb7-c377-42de-a9b5-1b5f636fd07f" providerId="AD" clId="Web-{D2B78DEC-2B31-340D-EFEC-57262D2C26F6}" dt="2026-06-10T21:37:22.154" v="1479" actId="20577"/>
          <ac:spMkLst>
            <pc:docMk/>
            <pc:sldMk cId="2029186600" sldId="290"/>
            <ac:spMk id="4" creationId="{E01706D1-F7CB-86C8-7E3A-866AE3C718FC}"/>
          </ac:spMkLst>
        </pc:spChg>
      </pc:sldChg>
      <pc:sldChg chg="modSp new">
        <pc:chgData name="William Labasi" userId="S::william.labasi@auria.space::581d6fb7-c377-42de-a9b5-1b5f636fd07f" providerId="AD" clId="Web-{D2B78DEC-2B31-340D-EFEC-57262D2C26F6}" dt="2026-06-10T21:40:25.855" v="1673" actId="20577"/>
        <pc:sldMkLst>
          <pc:docMk/>
          <pc:sldMk cId="2692678424" sldId="291"/>
        </pc:sldMkLst>
        <pc:spChg chg="mod">
          <ac:chgData name="William Labasi" userId="S::william.labasi@auria.space::581d6fb7-c377-42de-a9b5-1b5f636fd07f" providerId="AD" clId="Web-{D2B78DEC-2B31-340D-EFEC-57262D2C26F6}" dt="2026-06-10T21:38:59.528" v="1559" actId="14100"/>
          <ac:spMkLst>
            <pc:docMk/>
            <pc:sldMk cId="2692678424" sldId="291"/>
            <ac:spMk id="3" creationId="{F409E53F-4F86-A3F1-A18C-7068F3835448}"/>
          </ac:spMkLst>
        </pc:spChg>
        <pc:spChg chg="mod">
          <ac:chgData name="William Labasi" userId="S::william.labasi@auria.space::581d6fb7-c377-42de-a9b5-1b5f636fd07f" providerId="AD" clId="Web-{D2B78DEC-2B31-340D-EFEC-57262D2C26F6}" dt="2026-06-10T21:40:25.855" v="1673" actId="20577"/>
          <ac:spMkLst>
            <pc:docMk/>
            <pc:sldMk cId="2692678424" sldId="291"/>
            <ac:spMk id="4" creationId="{BB760FCA-EB61-9A77-E1F1-C494144FF7C0}"/>
          </ac:spMkLst>
        </pc:spChg>
      </pc:sldChg>
    </pc:docChg>
  </pc:docChgLst>
  <pc:docChgLst>
    <pc:chgData name="Peyton Hamel" userId="S::peyton.hamel@auria.space::6fec7a7c-3ce7-4e4d-95c8-5ac955beb2ed" providerId="AD" clId="Web-{0892D8E1-30FC-5114-C156-5B5E96334DC3}"/>
    <pc:docChg chg="modSld">
      <pc:chgData name="Peyton Hamel" userId="S::peyton.hamel@auria.space::6fec7a7c-3ce7-4e4d-95c8-5ac955beb2ed" providerId="AD" clId="Web-{0892D8E1-30FC-5114-C156-5B5E96334DC3}" dt="2026-06-11T16:36:43.147" v="9" actId="20577"/>
      <pc:docMkLst>
        <pc:docMk/>
      </pc:docMkLst>
      <pc:sldChg chg="modSp">
        <pc:chgData name="Peyton Hamel" userId="S::peyton.hamel@auria.space::6fec7a7c-3ce7-4e4d-95c8-5ac955beb2ed" providerId="AD" clId="Web-{0892D8E1-30FC-5114-C156-5B5E96334DC3}" dt="2026-06-11T16:36:43.147" v="9" actId="20577"/>
        <pc:sldMkLst>
          <pc:docMk/>
          <pc:sldMk cId="3667117532" sldId="269"/>
        </pc:sldMkLst>
        <pc:spChg chg="mod">
          <ac:chgData name="Peyton Hamel" userId="S::peyton.hamel@auria.space::6fec7a7c-3ce7-4e4d-95c8-5ac955beb2ed" providerId="AD" clId="Web-{0892D8E1-30FC-5114-C156-5B5E96334DC3}" dt="2026-06-11T16:36:43.147" v="9" actId="20577"/>
          <ac:spMkLst>
            <pc:docMk/>
            <pc:sldMk cId="3667117532" sldId="269"/>
            <ac:spMk id="11" creationId="{BDFA6B45-1A1A-09C3-9D7F-948640145868}"/>
          </ac:spMkLst>
        </pc:spChg>
      </pc:sldChg>
    </pc:docChg>
  </pc:docChgLst>
  <pc:docChgLst>
    <pc:chgData name="Jacob Labasi" userId="4c669a75-ad75-433e-84b9-d7e01bd928da" providerId="ADAL" clId="{F5AD608C-B28B-41EB-9AF5-ECBDBA30D32B}"/>
    <pc:docChg chg="undo custSel addSld delSld modSld sldOrd">
      <pc:chgData name="Jacob Labasi" userId="4c669a75-ad75-433e-84b9-d7e01bd928da" providerId="ADAL" clId="{F5AD608C-B28B-41EB-9AF5-ECBDBA30D32B}" dt="2026-06-11T17:59:31.615" v="3356" actId="1076"/>
      <pc:docMkLst>
        <pc:docMk/>
      </pc:docMkLst>
      <pc:sldChg chg="modSp mod">
        <pc:chgData name="Jacob Labasi" userId="4c669a75-ad75-433e-84b9-d7e01bd928da" providerId="ADAL" clId="{F5AD608C-B28B-41EB-9AF5-ECBDBA30D32B}" dt="2026-06-10T15:35:18.111" v="109" actId="20577"/>
        <pc:sldMkLst>
          <pc:docMk/>
          <pc:sldMk cId="3037875614" sldId="261"/>
        </pc:sldMkLst>
        <pc:spChg chg="mod">
          <ac:chgData name="Jacob Labasi" userId="4c669a75-ad75-433e-84b9-d7e01bd928da" providerId="ADAL" clId="{F5AD608C-B28B-41EB-9AF5-ECBDBA30D32B}" dt="2026-06-10T15:34:59.734" v="56" actId="20577"/>
          <ac:spMkLst>
            <pc:docMk/>
            <pc:sldMk cId="3037875614" sldId="261"/>
            <ac:spMk id="13" creationId="{4C26BDDF-A3A8-8690-A940-25B909364DFA}"/>
          </ac:spMkLst>
        </pc:spChg>
        <pc:spChg chg="mod">
          <ac:chgData name="Jacob Labasi" userId="4c669a75-ad75-433e-84b9-d7e01bd928da" providerId="ADAL" clId="{F5AD608C-B28B-41EB-9AF5-ECBDBA30D32B}" dt="2026-06-10T15:35:18.111" v="109" actId="20577"/>
          <ac:spMkLst>
            <pc:docMk/>
            <pc:sldMk cId="3037875614" sldId="261"/>
            <ac:spMk id="14" creationId="{CF230CD3-0CCC-9A58-D48C-830A0F50987E}"/>
          </ac:spMkLst>
        </pc:spChg>
      </pc:sldChg>
      <pc:sldChg chg="modSp mod ord">
        <pc:chgData name="Jacob Labasi" userId="4c669a75-ad75-433e-84b9-d7e01bd928da" providerId="ADAL" clId="{F5AD608C-B28B-41EB-9AF5-ECBDBA30D32B}" dt="2026-06-10T16:11:29.868" v="2575" actId="20577"/>
        <pc:sldMkLst>
          <pc:docMk/>
          <pc:sldMk cId="624531282" sldId="262"/>
        </pc:sldMkLst>
        <pc:spChg chg="mod">
          <ac:chgData name="Jacob Labasi" userId="4c669a75-ad75-433e-84b9-d7e01bd928da" providerId="ADAL" clId="{F5AD608C-B28B-41EB-9AF5-ECBDBA30D32B}" dt="2026-06-10T16:11:29.868" v="2575" actId="20577"/>
          <ac:spMkLst>
            <pc:docMk/>
            <pc:sldMk cId="624531282" sldId="262"/>
            <ac:spMk id="5" creationId="{A80539AA-5EAA-B263-4049-9F81E21C2E4D}"/>
          </ac:spMkLst>
        </pc:spChg>
        <pc:spChg chg="mod">
          <ac:chgData name="Jacob Labasi" userId="4c669a75-ad75-433e-84b9-d7e01bd928da" providerId="ADAL" clId="{F5AD608C-B28B-41EB-9AF5-ECBDBA30D32B}" dt="2026-06-10T15:47:23.437" v="801" actId="20577"/>
          <ac:spMkLst>
            <pc:docMk/>
            <pc:sldMk cId="624531282" sldId="262"/>
            <ac:spMk id="12" creationId="{3CC07D60-54F6-4F12-196B-0DD23679482B}"/>
          </ac:spMkLst>
        </pc:spChg>
      </pc:sldChg>
      <pc:sldChg chg="modSp del mod">
        <pc:chgData name="Jacob Labasi" userId="4c669a75-ad75-433e-84b9-d7e01bd928da" providerId="ADAL" clId="{F5AD608C-B28B-41EB-9AF5-ECBDBA30D32B}" dt="2026-06-10T21:15:02.029" v="3285" actId="47"/>
        <pc:sldMkLst>
          <pc:docMk/>
          <pc:sldMk cId="126059614" sldId="263"/>
        </pc:sldMkLst>
        <pc:spChg chg="mod">
          <ac:chgData name="Jacob Labasi" userId="4c669a75-ad75-433e-84b9-d7e01bd928da" providerId="ADAL" clId="{F5AD608C-B28B-41EB-9AF5-ECBDBA30D32B}" dt="2026-06-10T15:42:14.486" v="540" actId="20577"/>
          <ac:spMkLst>
            <pc:docMk/>
            <pc:sldMk cId="126059614" sldId="263"/>
            <ac:spMk id="7" creationId="{1372BC39-E74A-C79B-19E5-D13B8404CFE4}"/>
          </ac:spMkLst>
        </pc:spChg>
      </pc:sldChg>
      <pc:sldChg chg="del">
        <pc:chgData name="Jacob Labasi" userId="4c669a75-ad75-433e-84b9-d7e01bd928da" providerId="ADAL" clId="{F5AD608C-B28B-41EB-9AF5-ECBDBA30D32B}" dt="2026-06-10T21:12:58.797" v="3284" actId="47"/>
        <pc:sldMkLst>
          <pc:docMk/>
          <pc:sldMk cId="2305657320" sldId="264"/>
        </pc:sldMkLst>
      </pc:sldChg>
      <pc:sldChg chg="modSp mod ord">
        <pc:chgData name="Jacob Labasi" userId="4c669a75-ad75-433e-84b9-d7e01bd928da" providerId="ADAL" clId="{F5AD608C-B28B-41EB-9AF5-ECBDBA30D32B}" dt="2026-06-10T15:36:15.928" v="135" actId="20577"/>
        <pc:sldMkLst>
          <pc:docMk/>
          <pc:sldMk cId="190979178" sldId="265"/>
        </pc:sldMkLst>
        <pc:spChg chg="mod">
          <ac:chgData name="Jacob Labasi" userId="4c669a75-ad75-433e-84b9-d7e01bd928da" providerId="ADAL" clId="{F5AD608C-B28B-41EB-9AF5-ECBDBA30D32B}" dt="2026-06-10T15:36:15.928" v="135" actId="20577"/>
          <ac:spMkLst>
            <pc:docMk/>
            <pc:sldMk cId="190979178" sldId="265"/>
            <ac:spMk id="11" creationId="{7AE0552B-6B13-A270-8718-4B66A9CD211B}"/>
          </ac:spMkLst>
        </pc:spChg>
      </pc:sldChg>
      <pc:sldChg chg="modSp add mod ord">
        <pc:chgData name="Jacob Labasi" userId="4c669a75-ad75-433e-84b9-d7e01bd928da" providerId="ADAL" clId="{F5AD608C-B28B-41EB-9AF5-ECBDBA30D32B}" dt="2026-06-10T15:36:54.751" v="169"/>
        <pc:sldMkLst>
          <pc:docMk/>
          <pc:sldMk cId="2138708037" sldId="266"/>
        </pc:sldMkLst>
        <pc:spChg chg="mod">
          <ac:chgData name="Jacob Labasi" userId="4c669a75-ad75-433e-84b9-d7e01bd928da" providerId="ADAL" clId="{F5AD608C-B28B-41EB-9AF5-ECBDBA30D32B}" dt="2026-06-10T15:36:51.988" v="167" actId="20577"/>
          <ac:spMkLst>
            <pc:docMk/>
            <pc:sldMk cId="2138708037" sldId="266"/>
            <ac:spMk id="11" creationId="{B2110F94-2A04-6EE6-10C2-F5D105B048D4}"/>
          </ac:spMkLst>
        </pc:spChg>
      </pc:sldChg>
      <pc:sldChg chg="modSp add mod">
        <pc:chgData name="Jacob Labasi" userId="4c669a75-ad75-433e-84b9-d7e01bd928da" providerId="ADAL" clId="{F5AD608C-B28B-41EB-9AF5-ECBDBA30D32B}" dt="2026-06-10T15:37:31.281" v="245" actId="20577"/>
        <pc:sldMkLst>
          <pc:docMk/>
          <pc:sldMk cId="2849796563" sldId="267"/>
        </pc:sldMkLst>
        <pc:spChg chg="mod">
          <ac:chgData name="Jacob Labasi" userId="4c669a75-ad75-433e-84b9-d7e01bd928da" providerId="ADAL" clId="{F5AD608C-B28B-41EB-9AF5-ECBDBA30D32B}" dt="2026-06-10T15:37:31.281" v="245" actId="20577"/>
          <ac:spMkLst>
            <pc:docMk/>
            <pc:sldMk cId="2849796563" sldId="267"/>
            <ac:spMk id="11" creationId="{B75D688E-6CD5-49BD-8F74-89B7D856E8C1}"/>
          </ac:spMkLst>
        </pc:spChg>
      </pc:sldChg>
      <pc:sldChg chg="modSp add mod ord">
        <pc:chgData name="Jacob Labasi" userId="4c669a75-ad75-433e-84b9-d7e01bd928da" providerId="ADAL" clId="{F5AD608C-B28B-41EB-9AF5-ECBDBA30D32B}" dt="2026-06-10T15:38:38.319" v="276"/>
        <pc:sldMkLst>
          <pc:docMk/>
          <pc:sldMk cId="3230427203" sldId="268"/>
        </pc:sldMkLst>
        <pc:spChg chg="mod">
          <ac:chgData name="Jacob Labasi" userId="4c669a75-ad75-433e-84b9-d7e01bd928da" providerId="ADAL" clId="{F5AD608C-B28B-41EB-9AF5-ECBDBA30D32B}" dt="2026-06-10T15:38:30.351" v="274" actId="20577"/>
          <ac:spMkLst>
            <pc:docMk/>
            <pc:sldMk cId="3230427203" sldId="268"/>
            <ac:spMk id="11" creationId="{869D4C9E-9263-904E-2F23-7E4A971808FC}"/>
          </ac:spMkLst>
        </pc:spChg>
      </pc:sldChg>
      <pc:sldChg chg="modSp add mod">
        <pc:chgData name="Jacob Labasi" userId="4c669a75-ad75-433e-84b9-d7e01bd928da" providerId="ADAL" clId="{F5AD608C-B28B-41EB-9AF5-ECBDBA30D32B}" dt="2026-06-10T16:54:14.036" v="2641" actId="20577"/>
        <pc:sldMkLst>
          <pc:docMk/>
          <pc:sldMk cId="3667117532" sldId="269"/>
        </pc:sldMkLst>
        <pc:spChg chg="mod">
          <ac:chgData name="Jacob Labasi" userId="4c669a75-ad75-433e-84b9-d7e01bd928da" providerId="ADAL" clId="{F5AD608C-B28B-41EB-9AF5-ECBDBA30D32B}" dt="2026-06-10T16:54:14.036" v="2641" actId="20577"/>
          <ac:spMkLst>
            <pc:docMk/>
            <pc:sldMk cId="3667117532" sldId="269"/>
            <ac:spMk id="11" creationId="{BDFA6B45-1A1A-09C3-9D7F-948640145868}"/>
          </ac:spMkLst>
        </pc:spChg>
      </pc:sldChg>
      <pc:sldChg chg="modSp add del mod">
        <pc:chgData name="Jacob Labasi" userId="4c669a75-ad75-433e-84b9-d7e01bd928da" providerId="ADAL" clId="{F5AD608C-B28B-41EB-9AF5-ECBDBA30D32B}" dt="2026-06-10T15:59:48.778" v="1841" actId="2696"/>
        <pc:sldMkLst>
          <pc:docMk/>
          <pc:sldMk cId="1910037963" sldId="270"/>
        </pc:sldMkLst>
        <pc:spChg chg="mod">
          <ac:chgData name="Jacob Labasi" userId="4c669a75-ad75-433e-84b9-d7e01bd928da" providerId="ADAL" clId="{F5AD608C-B28B-41EB-9AF5-ECBDBA30D32B}" dt="2026-06-10T15:39:34.508" v="343" actId="20577"/>
          <ac:spMkLst>
            <pc:docMk/>
            <pc:sldMk cId="1910037963" sldId="270"/>
            <ac:spMk id="11" creationId="{0D5CE8B6-1F79-B781-450E-9B4B1E7CDB63}"/>
          </ac:spMkLst>
        </pc:spChg>
      </pc:sldChg>
      <pc:sldChg chg="modSp add mod ord">
        <pc:chgData name="Jacob Labasi" userId="4c669a75-ad75-433e-84b9-d7e01bd928da" providerId="ADAL" clId="{F5AD608C-B28B-41EB-9AF5-ECBDBA30D32B}" dt="2026-06-10T15:39:53.279" v="370" actId="20577"/>
        <pc:sldMkLst>
          <pc:docMk/>
          <pc:sldMk cId="1058201122" sldId="271"/>
        </pc:sldMkLst>
        <pc:spChg chg="mod">
          <ac:chgData name="Jacob Labasi" userId="4c669a75-ad75-433e-84b9-d7e01bd928da" providerId="ADAL" clId="{F5AD608C-B28B-41EB-9AF5-ECBDBA30D32B}" dt="2026-06-10T15:39:53.279" v="370" actId="20577"/>
          <ac:spMkLst>
            <pc:docMk/>
            <pc:sldMk cId="1058201122" sldId="271"/>
            <ac:spMk id="11" creationId="{06D29FF7-0825-1945-5E30-397644794C10}"/>
          </ac:spMkLst>
        </pc:spChg>
      </pc:sldChg>
      <pc:sldChg chg="modSp add mod">
        <pc:chgData name="Jacob Labasi" userId="4c669a75-ad75-433e-84b9-d7e01bd928da" providerId="ADAL" clId="{F5AD608C-B28B-41EB-9AF5-ECBDBA30D32B}" dt="2026-06-10T15:40:22.430" v="401" actId="20577"/>
        <pc:sldMkLst>
          <pc:docMk/>
          <pc:sldMk cId="4097118967" sldId="272"/>
        </pc:sldMkLst>
        <pc:spChg chg="mod">
          <ac:chgData name="Jacob Labasi" userId="4c669a75-ad75-433e-84b9-d7e01bd928da" providerId="ADAL" clId="{F5AD608C-B28B-41EB-9AF5-ECBDBA30D32B}" dt="2026-06-10T15:40:22.430" v="401" actId="20577"/>
          <ac:spMkLst>
            <pc:docMk/>
            <pc:sldMk cId="4097118967" sldId="272"/>
            <ac:spMk id="11" creationId="{97E058F5-B92A-F4F0-3F02-25354AA165D0}"/>
          </ac:spMkLst>
        </pc:spChg>
      </pc:sldChg>
      <pc:sldChg chg="modSp add mod">
        <pc:chgData name="Jacob Labasi" userId="4c669a75-ad75-433e-84b9-d7e01bd928da" providerId="ADAL" clId="{F5AD608C-B28B-41EB-9AF5-ECBDBA30D32B}" dt="2026-06-10T15:40:46.542" v="452" actId="20577"/>
        <pc:sldMkLst>
          <pc:docMk/>
          <pc:sldMk cId="3490315833" sldId="273"/>
        </pc:sldMkLst>
        <pc:spChg chg="mod">
          <ac:chgData name="Jacob Labasi" userId="4c669a75-ad75-433e-84b9-d7e01bd928da" providerId="ADAL" clId="{F5AD608C-B28B-41EB-9AF5-ECBDBA30D32B}" dt="2026-06-10T15:40:46.542" v="452" actId="20577"/>
          <ac:spMkLst>
            <pc:docMk/>
            <pc:sldMk cId="3490315833" sldId="273"/>
            <ac:spMk id="11" creationId="{BF7E78D7-0F2C-1E85-448E-0601747DA5D7}"/>
          </ac:spMkLst>
        </pc:spChg>
      </pc:sldChg>
      <pc:sldChg chg="modSp add mod">
        <pc:chgData name="Jacob Labasi" userId="4c669a75-ad75-433e-84b9-d7e01bd928da" providerId="ADAL" clId="{F5AD608C-B28B-41EB-9AF5-ECBDBA30D32B}" dt="2026-06-10T15:40:58.549" v="472" actId="20577"/>
        <pc:sldMkLst>
          <pc:docMk/>
          <pc:sldMk cId="2551049765" sldId="274"/>
        </pc:sldMkLst>
        <pc:spChg chg="mod">
          <ac:chgData name="Jacob Labasi" userId="4c669a75-ad75-433e-84b9-d7e01bd928da" providerId="ADAL" clId="{F5AD608C-B28B-41EB-9AF5-ECBDBA30D32B}" dt="2026-06-10T15:40:58.549" v="472" actId="20577"/>
          <ac:spMkLst>
            <pc:docMk/>
            <pc:sldMk cId="2551049765" sldId="274"/>
            <ac:spMk id="11" creationId="{539772D6-6734-53B0-94A1-A8D692555FBC}"/>
          </ac:spMkLst>
        </pc:spChg>
      </pc:sldChg>
      <pc:sldChg chg="modSp add mod ord">
        <pc:chgData name="Jacob Labasi" userId="4c669a75-ad75-433e-84b9-d7e01bd928da" providerId="ADAL" clId="{F5AD608C-B28B-41EB-9AF5-ECBDBA30D32B}" dt="2026-06-10T17:06:49.145" v="2643"/>
        <pc:sldMkLst>
          <pc:docMk/>
          <pc:sldMk cId="2233250435" sldId="275"/>
        </pc:sldMkLst>
        <pc:spChg chg="mod">
          <ac:chgData name="Jacob Labasi" userId="4c669a75-ad75-433e-84b9-d7e01bd928da" providerId="ADAL" clId="{F5AD608C-B28B-41EB-9AF5-ECBDBA30D32B}" dt="2026-06-10T15:41:30.654" v="498" actId="20577"/>
          <ac:spMkLst>
            <pc:docMk/>
            <pc:sldMk cId="2233250435" sldId="275"/>
            <ac:spMk id="11" creationId="{C2787EA3-2A6B-2121-7440-E61073F41A07}"/>
          </ac:spMkLst>
        </pc:spChg>
      </pc:sldChg>
      <pc:sldChg chg="addSp delSp modSp add mod ord">
        <pc:chgData name="Jacob Labasi" userId="4c669a75-ad75-433e-84b9-d7e01bd928da" providerId="ADAL" clId="{F5AD608C-B28B-41EB-9AF5-ECBDBA30D32B}" dt="2026-06-10T15:45:22.879" v="657" actId="478"/>
        <pc:sldMkLst>
          <pc:docMk/>
          <pc:sldMk cId="1819492819" sldId="276"/>
        </pc:sldMkLst>
        <pc:spChg chg="del mod">
          <ac:chgData name="Jacob Labasi" userId="4c669a75-ad75-433e-84b9-d7e01bd928da" providerId="ADAL" clId="{F5AD608C-B28B-41EB-9AF5-ECBDBA30D32B}" dt="2026-06-10T15:45:22.879" v="657" actId="478"/>
          <ac:spMkLst>
            <pc:docMk/>
            <pc:sldMk cId="1819492819" sldId="276"/>
            <ac:spMk id="5" creationId="{5A2EE319-44A8-9E5E-97E2-5C2828164006}"/>
          </ac:spMkLst>
        </pc:spChg>
        <pc:spChg chg="mod">
          <ac:chgData name="Jacob Labasi" userId="4c669a75-ad75-433e-84b9-d7e01bd928da" providerId="ADAL" clId="{F5AD608C-B28B-41EB-9AF5-ECBDBA30D32B}" dt="2026-06-10T15:44:41.693" v="653" actId="6549"/>
          <ac:spMkLst>
            <pc:docMk/>
            <pc:sldMk cId="1819492819" sldId="276"/>
            <ac:spMk id="12" creationId="{9BF06514-1530-671D-B32E-C30FE8442781}"/>
          </ac:spMkLst>
        </pc:spChg>
        <pc:picChg chg="add mod">
          <ac:chgData name="Jacob Labasi" userId="4c669a75-ad75-433e-84b9-d7e01bd928da" providerId="ADAL" clId="{F5AD608C-B28B-41EB-9AF5-ECBDBA30D32B}" dt="2026-06-10T15:45:17.080" v="656" actId="1076"/>
          <ac:picMkLst>
            <pc:docMk/>
            <pc:sldMk cId="1819492819" sldId="276"/>
            <ac:picMk id="4" creationId="{896851EA-E4DF-639A-40E1-EE4249FC3C50}"/>
          </ac:picMkLst>
        </pc:picChg>
      </pc:sldChg>
      <pc:sldChg chg="addSp delSp modSp add mod ord">
        <pc:chgData name="Jacob Labasi" userId="4c669a75-ad75-433e-84b9-d7e01bd928da" providerId="ADAL" clId="{F5AD608C-B28B-41EB-9AF5-ECBDBA30D32B}" dt="2026-06-10T17:06:50.738" v="2645"/>
        <pc:sldMkLst>
          <pc:docMk/>
          <pc:sldMk cId="2114055750" sldId="277"/>
        </pc:sldMkLst>
        <pc:spChg chg="del mod">
          <ac:chgData name="Jacob Labasi" userId="4c669a75-ad75-433e-84b9-d7e01bd928da" providerId="ADAL" clId="{F5AD608C-B28B-41EB-9AF5-ECBDBA30D32B}" dt="2026-06-10T15:43:40.182" v="552" actId="478"/>
          <ac:spMkLst>
            <pc:docMk/>
            <pc:sldMk cId="2114055750" sldId="277"/>
            <ac:spMk id="5" creationId="{2B048E0E-2AF4-EC05-610F-B0D0ACFB66D2}"/>
          </ac:spMkLst>
        </pc:spChg>
        <pc:spChg chg="mod">
          <ac:chgData name="Jacob Labasi" userId="4c669a75-ad75-433e-84b9-d7e01bd928da" providerId="ADAL" clId="{F5AD608C-B28B-41EB-9AF5-ECBDBA30D32B}" dt="2026-06-10T15:44:15.280" v="614" actId="20577"/>
          <ac:spMkLst>
            <pc:docMk/>
            <pc:sldMk cId="2114055750" sldId="277"/>
            <ac:spMk id="12" creationId="{6BD1914D-8AAA-8C20-7816-8AE25FE10653}"/>
          </ac:spMkLst>
        </pc:spChg>
        <pc:picChg chg="add mod">
          <ac:chgData name="Jacob Labasi" userId="4c669a75-ad75-433e-84b9-d7e01bd928da" providerId="ADAL" clId="{F5AD608C-B28B-41EB-9AF5-ECBDBA30D32B}" dt="2026-06-10T15:43:50.463" v="555" actId="1076"/>
          <ac:picMkLst>
            <pc:docMk/>
            <pc:sldMk cId="2114055750" sldId="277"/>
            <ac:picMk id="4" creationId="{21E5F5F2-47C0-3CDC-FC30-CF54CC52853B}"/>
          </ac:picMkLst>
        </pc:picChg>
      </pc:sldChg>
      <pc:sldChg chg="addSp delSp modSp add mod">
        <pc:chgData name="Jacob Labasi" userId="4c669a75-ad75-433e-84b9-d7e01bd928da" providerId="ADAL" clId="{F5AD608C-B28B-41EB-9AF5-ECBDBA30D32B}" dt="2026-06-10T15:46:13.715" v="712" actId="20577"/>
        <pc:sldMkLst>
          <pc:docMk/>
          <pc:sldMk cId="518926644" sldId="278"/>
        </pc:sldMkLst>
        <pc:spChg chg="del mod">
          <ac:chgData name="Jacob Labasi" userId="4c669a75-ad75-433e-84b9-d7e01bd928da" providerId="ADAL" clId="{F5AD608C-B28B-41EB-9AF5-ECBDBA30D32B}" dt="2026-06-10T15:45:56.299" v="662" actId="478"/>
          <ac:spMkLst>
            <pc:docMk/>
            <pc:sldMk cId="518926644" sldId="278"/>
            <ac:spMk id="5" creationId="{B1D455AC-0FEE-5C15-E6F2-4CF58A2D2CBB}"/>
          </ac:spMkLst>
        </pc:spChg>
        <pc:spChg chg="mod">
          <ac:chgData name="Jacob Labasi" userId="4c669a75-ad75-433e-84b9-d7e01bd928da" providerId="ADAL" clId="{F5AD608C-B28B-41EB-9AF5-ECBDBA30D32B}" dt="2026-06-10T15:46:13.715" v="712" actId="20577"/>
          <ac:spMkLst>
            <pc:docMk/>
            <pc:sldMk cId="518926644" sldId="278"/>
            <ac:spMk id="12" creationId="{AD32D3F6-864A-B44E-5812-5E4B52F1429B}"/>
          </ac:spMkLst>
        </pc:spChg>
        <pc:picChg chg="add mod">
          <ac:chgData name="Jacob Labasi" userId="4c669a75-ad75-433e-84b9-d7e01bd928da" providerId="ADAL" clId="{F5AD608C-B28B-41EB-9AF5-ECBDBA30D32B}" dt="2026-06-10T15:45:59.809" v="664" actId="1076"/>
          <ac:picMkLst>
            <pc:docMk/>
            <pc:sldMk cId="518926644" sldId="278"/>
            <ac:picMk id="4" creationId="{F5B4884B-42C7-E90E-5FB6-F07804BCEF65}"/>
          </ac:picMkLst>
        </pc:picChg>
      </pc:sldChg>
      <pc:sldChg chg="modSp add mod">
        <pc:chgData name="Jacob Labasi" userId="4c669a75-ad75-433e-84b9-d7e01bd928da" providerId="ADAL" clId="{F5AD608C-B28B-41EB-9AF5-ECBDBA30D32B}" dt="2026-06-10T15:46:48.069" v="742" actId="20577"/>
        <pc:sldMkLst>
          <pc:docMk/>
          <pc:sldMk cId="130086616" sldId="279"/>
        </pc:sldMkLst>
        <pc:spChg chg="mod">
          <ac:chgData name="Jacob Labasi" userId="4c669a75-ad75-433e-84b9-d7e01bd928da" providerId="ADAL" clId="{F5AD608C-B28B-41EB-9AF5-ECBDBA30D32B}" dt="2026-06-10T15:46:48.069" v="742" actId="20577"/>
          <ac:spMkLst>
            <pc:docMk/>
            <pc:sldMk cId="130086616" sldId="279"/>
            <ac:spMk id="12" creationId="{32FEFD46-1C1B-2D46-4833-3EBDD3824E81}"/>
          </ac:spMkLst>
        </pc:spChg>
      </pc:sldChg>
      <pc:sldChg chg="addSp delSp modSp add mod ord">
        <pc:chgData name="Jacob Labasi" userId="4c669a75-ad75-433e-84b9-d7e01bd928da" providerId="ADAL" clId="{F5AD608C-B28B-41EB-9AF5-ECBDBA30D32B}" dt="2026-06-10T16:00:58.490" v="1857" actId="20577"/>
        <pc:sldMkLst>
          <pc:docMk/>
          <pc:sldMk cId="2492249764" sldId="280"/>
        </pc:sldMkLst>
        <pc:spChg chg="add mod">
          <ac:chgData name="Jacob Labasi" userId="4c669a75-ad75-433e-84b9-d7e01bd928da" providerId="ADAL" clId="{F5AD608C-B28B-41EB-9AF5-ECBDBA30D32B}" dt="2026-06-10T15:52:58.450" v="1262" actId="14100"/>
          <ac:spMkLst>
            <pc:docMk/>
            <pc:sldMk cId="2492249764" sldId="280"/>
            <ac:spMk id="3" creationId="{151EC24D-1441-BA50-4E71-02CB7CC15145}"/>
          </ac:spMkLst>
        </pc:spChg>
        <pc:spChg chg="add mod">
          <ac:chgData name="Jacob Labasi" userId="4c669a75-ad75-433e-84b9-d7e01bd928da" providerId="ADAL" clId="{F5AD608C-B28B-41EB-9AF5-ECBDBA30D32B}" dt="2026-06-10T15:54:21.852" v="1269" actId="14100"/>
          <ac:spMkLst>
            <pc:docMk/>
            <pc:sldMk cId="2492249764" sldId="280"/>
            <ac:spMk id="4" creationId="{95C77864-FF6A-EDEC-EE35-3B089D01AF82}"/>
          </ac:spMkLst>
        </pc:spChg>
        <pc:spChg chg="mod">
          <ac:chgData name="Jacob Labasi" userId="4c669a75-ad75-433e-84b9-d7e01bd928da" providerId="ADAL" clId="{F5AD608C-B28B-41EB-9AF5-ECBDBA30D32B}" dt="2026-06-10T16:00:58.490" v="1857" actId="20577"/>
          <ac:spMkLst>
            <pc:docMk/>
            <pc:sldMk cId="2492249764" sldId="280"/>
            <ac:spMk id="5" creationId="{F2C5DCD4-5C8D-2EB7-F620-9CF1CBEE2761}"/>
          </ac:spMkLst>
        </pc:spChg>
        <pc:spChg chg="add del mod">
          <ac:chgData name="Jacob Labasi" userId="4c669a75-ad75-433e-84b9-d7e01bd928da" providerId="ADAL" clId="{F5AD608C-B28B-41EB-9AF5-ECBDBA30D32B}" dt="2026-06-10T15:54:46.935" v="1290" actId="478"/>
          <ac:spMkLst>
            <pc:docMk/>
            <pc:sldMk cId="2492249764" sldId="280"/>
            <ac:spMk id="7" creationId="{3118C4AC-46ED-365A-74A1-7561734C66EA}"/>
          </ac:spMkLst>
        </pc:spChg>
        <pc:spChg chg="add del mod">
          <ac:chgData name="Jacob Labasi" userId="4c669a75-ad75-433e-84b9-d7e01bd928da" providerId="ADAL" clId="{F5AD608C-B28B-41EB-9AF5-ECBDBA30D32B}" dt="2026-06-10T15:54:59.294" v="1293" actId="478"/>
          <ac:spMkLst>
            <pc:docMk/>
            <pc:sldMk cId="2492249764" sldId="280"/>
            <ac:spMk id="9" creationId="{F7030B27-050C-BD0A-61A5-DC39D9E806DC}"/>
          </ac:spMkLst>
        </pc:spChg>
        <pc:spChg chg="mod">
          <ac:chgData name="Jacob Labasi" userId="4c669a75-ad75-433e-84b9-d7e01bd928da" providerId="ADAL" clId="{F5AD608C-B28B-41EB-9AF5-ECBDBA30D32B}" dt="2026-06-10T15:59:45.301" v="1840" actId="20577"/>
          <ac:spMkLst>
            <pc:docMk/>
            <pc:sldMk cId="2492249764" sldId="280"/>
            <ac:spMk id="12" creationId="{E5F61EEB-B420-9AC1-7D52-7050092C4AD0}"/>
          </ac:spMkLst>
        </pc:spChg>
      </pc:sldChg>
      <pc:sldChg chg="modSp add del mod">
        <pc:chgData name="Jacob Labasi" userId="4c669a75-ad75-433e-84b9-d7e01bd928da" providerId="ADAL" clId="{F5AD608C-B28B-41EB-9AF5-ECBDBA30D32B}" dt="2026-06-10T15:59:50.910" v="1842" actId="2696"/>
        <pc:sldMkLst>
          <pc:docMk/>
          <pc:sldMk cId="1221868595" sldId="281"/>
        </pc:sldMkLst>
        <pc:spChg chg="mod">
          <ac:chgData name="Jacob Labasi" userId="4c669a75-ad75-433e-84b9-d7e01bd928da" providerId="ADAL" clId="{F5AD608C-B28B-41EB-9AF5-ECBDBA30D32B}" dt="2026-06-10T15:55:17.818" v="1294" actId="1076"/>
          <ac:spMkLst>
            <pc:docMk/>
            <pc:sldMk cId="1221868595" sldId="281"/>
            <ac:spMk id="5" creationId="{58872379-6824-B4FB-0719-EC994B911A86}"/>
          </ac:spMkLst>
        </pc:spChg>
      </pc:sldChg>
      <pc:sldChg chg="add ord">
        <pc:chgData name="Jacob Labasi" userId="4c669a75-ad75-433e-84b9-d7e01bd928da" providerId="ADAL" clId="{F5AD608C-B28B-41EB-9AF5-ECBDBA30D32B}" dt="2026-06-10T15:41:54.676" v="519"/>
        <pc:sldMkLst>
          <pc:docMk/>
          <pc:sldMk cId="4107092400" sldId="282"/>
        </pc:sldMkLst>
      </pc:sldChg>
      <pc:sldChg chg="add ord">
        <pc:chgData name="Jacob Labasi" userId="4c669a75-ad75-433e-84b9-d7e01bd928da" providerId="ADAL" clId="{F5AD608C-B28B-41EB-9AF5-ECBDBA30D32B}" dt="2026-06-10T15:42:03.316" v="526"/>
        <pc:sldMkLst>
          <pc:docMk/>
          <pc:sldMk cId="4142408391" sldId="283"/>
        </pc:sldMkLst>
      </pc:sldChg>
      <pc:sldChg chg="add">
        <pc:chgData name="Jacob Labasi" userId="4c669a75-ad75-433e-84b9-d7e01bd928da" providerId="ADAL" clId="{F5AD608C-B28B-41EB-9AF5-ECBDBA30D32B}" dt="2026-06-10T15:42:00.751" v="523" actId="2890"/>
        <pc:sldMkLst>
          <pc:docMk/>
          <pc:sldMk cId="2463211286" sldId="284"/>
        </pc:sldMkLst>
      </pc:sldChg>
      <pc:sldChg chg="add ord">
        <pc:chgData name="Jacob Labasi" userId="4c669a75-ad75-433e-84b9-d7e01bd928da" providerId="ADAL" clId="{F5AD608C-B28B-41EB-9AF5-ECBDBA30D32B}" dt="2026-06-10T15:42:04.465" v="528"/>
        <pc:sldMkLst>
          <pc:docMk/>
          <pc:sldMk cId="844223363" sldId="285"/>
        </pc:sldMkLst>
      </pc:sldChg>
      <pc:sldChg chg="modSp add mod ord">
        <pc:chgData name="Jacob Labasi" userId="4c669a75-ad75-433e-84b9-d7e01bd928da" providerId="ADAL" clId="{F5AD608C-B28B-41EB-9AF5-ECBDBA30D32B}" dt="2026-06-10T21:06:51.517" v="2677" actId="20577"/>
        <pc:sldMkLst>
          <pc:docMk/>
          <pc:sldMk cId="1790194145" sldId="286"/>
        </pc:sldMkLst>
        <pc:spChg chg="mod">
          <ac:chgData name="Jacob Labasi" userId="4c669a75-ad75-433e-84b9-d7e01bd928da" providerId="ADAL" clId="{F5AD608C-B28B-41EB-9AF5-ECBDBA30D32B}" dt="2026-06-10T21:06:51.517" v="2677" actId="20577"/>
          <ac:spMkLst>
            <pc:docMk/>
            <pc:sldMk cId="1790194145" sldId="286"/>
            <ac:spMk id="11" creationId="{888E3F22-C0E6-1C7B-2238-20C16695ECC0}"/>
          </ac:spMkLst>
        </pc:spChg>
      </pc:sldChg>
      <pc:sldChg chg="modSp add mod ord">
        <pc:chgData name="Jacob Labasi" userId="4c669a75-ad75-433e-84b9-d7e01bd928da" providerId="ADAL" clId="{F5AD608C-B28B-41EB-9AF5-ECBDBA30D32B}" dt="2026-06-10T21:17:14.136" v="3289" actId="5793"/>
        <pc:sldMkLst>
          <pc:docMk/>
          <pc:sldMk cId="4164275781" sldId="288"/>
        </pc:sldMkLst>
        <pc:spChg chg="mod">
          <ac:chgData name="Jacob Labasi" userId="4c669a75-ad75-433e-84b9-d7e01bd928da" providerId="ADAL" clId="{F5AD608C-B28B-41EB-9AF5-ECBDBA30D32B}" dt="2026-06-10T21:12:52.924" v="3283" actId="20577"/>
          <ac:spMkLst>
            <pc:docMk/>
            <pc:sldMk cId="4164275781" sldId="288"/>
            <ac:spMk id="5" creationId="{AEA322E2-F02A-54D4-3623-982578351411}"/>
          </ac:spMkLst>
        </pc:spChg>
        <pc:spChg chg="mod">
          <ac:chgData name="Jacob Labasi" userId="4c669a75-ad75-433e-84b9-d7e01bd928da" providerId="ADAL" clId="{F5AD608C-B28B-41EB-9AF5-ECBDBA30D32B}" dt="2026-06-10T21:17:14.136" v="3289" actId="5793"/>
          <ac:spMkLst>
            <pc:docMk/>
            <pc:sldMk cId="4164275781" sldId="288"/>
            <ac:spMk id="12" creationId="{46B7A29A-7623-CEFA-35D9-6A78554E27EB}"/>
          </ac:spMkLst>
        </pc:spChg>
      </pc:sldChg>
      <pc:sldChg chg="addSp modSp new mod">
        <pc:chgData name="Jacob Labasi" userId="4c669a75-ad75-433e-84b9-d7e01bd928da" providerId="ADAL" clId="{F5AD608C-B28B-41EB-9AF5-ECBDBA30D32B}" dt="2026-06-11T17:59:31.615" v="3356" actId="1076"/>
        <pc:sldMkLst>
          <pc:docMk/>
          <pc:sldMk cId="740849064" sldId="296"/>
        </pc:sldMkLst>
        <pc:picChg chg="add mod">
          <ac:chgData name="Jacob Labasi" userId="4c669a75-ad75-433e-84b9-d7e01bd928da" providerId="ADAL" clId="{F5AD608C-B28B-41EB-9AF5-ECBDBA30D32B}" dt="2026-06-11T17:59:31.615" v="3356" actId="1076"/>
          <ac:picMkLst>
            <pc:docMk/>
            <pc:sldMk cId="740849064" sldId="296"/>
            <ac:picMk id="7" creationId="{F5660EFF-C17A-1EC4-2E8D-B72746A0089C}"/>
          </ac:picMkLst>
        </pc:picChg>
      </pc:sldChg>
      <pc:sldChg chg="modSp add mod ord">
        <pc:chgData name="Jacob Labasi" userId="4c669a75-ad75-433e-84b9-d7e01bd928da" providerId="ADAL" clId="{F5AD608C-B28B-41EB-9AF5-ECBDBA30D32B}" dt="2026-06-11T17:59:14.911" v="3355" actId="20577"/>
        <pc:sldMkLst>
          <pc:docMk/>
          <pc:sldMk cId="2286304162" sldId="297"/>
        </pc:sldMkLst>
        <pc:spChg chg="mod">
          <ac:chgData name="Jacob Labasi" userId="4c669a75-ad75-433e-84b9-d7e01bd928da" providerId="ADAL" clId="{F5AD608C-B28B-41EB-9AF5-ECBDBA30D32B}" dt="2026-06-11T17:59:14.911" v="3355" actId="20577"/>
          <ac:spMkLst>
            <pc:docMk/>
            <pc:sldMk cId="2286304162" sldId="297"/>
            <ac:spMk id="11" creationId="{45EAA4CA-E752-FE5E-496F-7AE01837E99E}"/>
          </ac:spMkLst>
        </pc:spChg>
      </pc:sldChg>
    </pc:docChg>
  </pc:docChgLst>
  <pc:docChgLst>
    <pc:chgData name="Landon Jobe" userId="55251da3-2d3c-43a1-b4d1-54fb46a8d636" providerId="ADAL" clId="{2EACC6AE-181B-4902-A892-77AB8530E659}"/>
    <pc:docChg chg="undo custSel addSld delSld modSld sldOrd">
      <pc:chgData name="Landon Jobe" userId="55251da3-2d3c-43a1-b4d1-54fb46a8d636" providerId="ADAL" clId="{2EACC6AE-181B-4902-A892-77AB8530E659}" dt="2026-06-11T16:10:22.466" v="1329" actId="21"/>
      <pc:docMkLst>
        <pc:docMk/>
      </pc:docMkLst>
      <pc:sldChg chg="modSp mod">
        <pc:chgData name="Landon Jobe" userId="55251da3-2d3c-43a1-b4d1-54fb46a8d636" providerId="ADAL" clId="{2EACC6AE-181B-4902-A892-77AB8530E659}" dt="2026-06-10T21:56:09.728" v="1305" actId="1076"/>
        <pc:sldMkLst>
          <pc:docMk/>
          <pc:sldMk cId="3037875614" sldId="261"/>
        </pc:sldMkLst>
        <pc:spChg chg="mod">
          <ac:chgData name="Landon Jobe" userId="55251da3-2d3c-43a1-b4d1-54fb46a8d636" providerId="ADAL" clId="{2EACC6AE-181B-4902-A892-77AB8530E659}" dt="2026-06-10T21:56:02.551" v="1304" actId="1076"/>
          <ac:spMkLst>
            <pc:docMk/>
            <pc:sldMk cId="3037875614" sldId="261"/>
            <ac:spMk id="13" creationId="{4C26BDDF-A3A8-8690-A940-25B909364DFA}"/>
          </ac:spMkLst>
        </pc:spChg>
        <pc:spChg chg="mod">
          <ac:chgData name="Landon Jobe" userId="55251da3-2d3c-43a1-b4d1-54fb46a8d636" providerId="ADAL" clId="{2EACC6AE-181B-4902-A892-77AB8530E659}" dt="2026-06-10T21:56:09.728" v="1305" actId="1076"/>
          <ac:spMkLst>
            <pc:docMk/>
            <pc:sldMk cId="3037875614" sldId="261"/>
            <ac:spMk id="14" creationId="{CF230CD3-0CCC-9A58-D48C-830A0F50987E}"/>
          </ac:spMkLst>
        </pc:spChg>
      </pc:sldChg>
      <pc:sldChg chg="addSp delSp modSp mod">
        <pc:chgData name="Landon Jobe" userId="55251da3-2d3c-43a1-b4d1-54fb46a8d636" providerId="ADAL" clId="{2EACC6AE-181B-4902-A892-77AB8530E659}" dt="2026-06-10T21:31:54.362" v="1258" actId="21"/>
        <pc:sldMkLst>
          <pc:docMk/>
          <pc:sldMk cId="624531282" sldId="262"/>
        </pc:sldMkLst>
        <pc:spChg chg="add del mod">
          <ac:chgData name="Landon Jobe" userId="55251da3-2d3c-43a1-b4d1-54fb46a8d636" providerId="ADAL" clId="{2EACC6AE-181B-4902-A892-77AB8530E659}" dt="2026-06-10T21:31:54.362" v="1258" actId="21"/>
          <ac:spMkLst>
            <pc:docMk/>
            <pc:sldMk cId="624531282" sldId="262"/>
            <ac:spMk id="4" creationId="{7CD3AF9D-8FDE-8BA5-D9D9-73FED8D637F5}"/>
          </ac:spMkLst>
        </pc:spChg>
        <pc:spChg chg="del">
          <ac:chgData name="Landon Jobe" userId="55251da3-2d3c-43a1-b4d1-54fb46a8d636" providerId="ADAL" clId="{2EACC6AE-181B-4902-A892-77AB8530E659}" dt="2026-06-10T21:31:52.011" v="1257" actId="21"/>
          <ac:spMkLst>
            <pc:docMk/>
            <pc:sldMk cId="624531282" sldId="262"/>
            <ac:spMk id="6" creationId="{DFD01F0D-5C62-475A-C51B-3168594FF197}"/>
          </ac:spMkLst>
        </pc:spChg>
      </pc:sldChg>
      <pc:sldChg chg="addSp delSp modSp mod">
        <pc:chgData name="Landon Jobe" userId="55251da3-2d3c-43a1-b4d1-54fb46a8d636" providerId="ADAL" clId="{2EACC6AE-181B-4902-A892-77AB8530E659}" dt="2026-06-10T21:12:59.923" v="1250" actId="12"/>
        <pc:sldMkLst>
          <pc:docMk/>
          <pc:sldMk cId="126059614" sldId="263"/>
        </pc:sldMkLst>
        <pc:spChg chg="mod">
          <ac:chgData name="Landon Jobe" userId="55251da3-2d3c-43a1-b4d1-54fb46a8d636" providerId="ADAL" clId="{2EACC6AE-181B-4902-A892-77AB8530E659}" dt="2026-06-10T21:08:39.829" v="1225" actId="20577"/>
          <ac:spMkLst>
            <pc:docMk/>
            <pc:sldMk cId="126059614" sldId="263"/>
            <ac:spMk id="2" creationId="{DD6E0638-1992-0E6E-DCE9-55A1114AD58B}"/>
          </ac:spMkLst>
        </pc:spChg>
        <pc:spChg chg="add del mod">
          <ac:chgData name="Landon Jobe" userId="55251da3-2d3c-43a1-b4d1-54fb46a8d636" providerId="ADAL" clId="{2EACC6AE-181B-4902-A892-77AB8530E659}" dt="2026-06-10T21:00:25.547" v="1202" actId="21"/>
          <ac:spMkLst>
            <pc:docMk/>
            <pc:sldMk cId="126059614" sldId="263"/>
            <ac:spMk id="4" creationId="{43A5E694-8ADF-A372-07CC-912F8AFECA70}"/>
          </ac:spMkLst>
        </pc:spChg>
        <pc:spChg chg="mod">
          <ac:chgData name="Landon Jobe" userId="55251da3-2d3c-43a1-b4d1-54fb46a8d636" providerId="ADAL" clId="{2EACC6AE-181B-4902-A892-77AB8530E659}" dt="2026-06-10T21:12:59.923" v="1250" actId="12"/>
          <ac:spMkLst>
            <pc:docMk/>
            <pc:sldMk cId="126059614" sldId="263"/>
            <ac:spMk id="9" creationId="{1318462A-A3F0-A540-834C-BC5125001D88}"/>
          </ac:spMkLst>
        </pc:spChg>
        <pc:spChg chg="del">
          <ac:chgData name="Landon Jobe" userId="55251da3-2d3c-43a1-b4d1-54fb46a8d636" providerId="ADAL" clId="{2EACC6AE-181B-4902-A892-77AB8530E659}" dt="2026-06-10T21:00:24.670" v="1201" actId="21"/>
          <ac:spMkLst>
            <pc:docMk/>
            <pc:sldMk cId="126059614" sldId="263"/>
            <ac:spMk id="10" creationId="{109F1748-0865-9D8B-609B-4B44E93595D4}"/>
          </ac:spMkLst>
        </pc:spChg>
      </pc:sldChg>
      <pc:sldChg chg="addSp delSp modSp mod">
        <pc:chgData name="Landon Jobe" userId="55251da3-2d3c-43a1-b4d1-54fb46a8d636" providerId="ADAL" clId="{2EACC6AE-181B-4902-A892-77AB8530E659}" dt="2026-06-10T21:00:42.587" v="1208" actId="21"/>
        <pc:sldMkLst>
          <pc:docMk/>
          <pc:sldMk cId="2305657320" sldId="264"/>
        </pc:sldMkLst>
        <pc:spChg chg="add del mod">
          <ac:chgData name="Landon Jobe" userId="55251da3-2d3c-43a1-b4d1-54fb46a8d636" providerId="ADAL" clId="{2EACC6AE-181B-4902-A892-77AB8530E659}" dt="2026-06-10T21:00:42.587" v="1208" actId="21"/>
          <ac:spMkLst>
            <pc:docMk/>
            <pc:sldMk cId="2305657320" sldId="264"/>
            <ac:spMk id="6" creationId="{E842E68C-0746-52DD-8E17-98F5CD6248A7}"/>
          </ac:spMkLst>
        </pc:spChg>
        <pc:spChg chg="del">
          <ac:chgData name="Landon Jobe" userId="55251da3-2d3c-43a1-b4d1-54fb46a8d636" providerId="ADAL" clId="{2EACC6AE-181B-4902-A892-77AB8530E659}" dt="2026-06-10T21:00:41.713" v="1207" actId="21"/>
          <ac:spMkLst>
            <pc:docMk/>
            <pc:sldMk cId="2305657320" sldId="264"/>
            <ac:spMk id="11" creationId="{0C685521-8533-64FC-A673-CCB41BDDFB6B}"/>
          </ac:spMkLst>
        </pc:spChg>
      </pc:sldChg>
      <pc:sldChg chg="addSp delSp modSp mod">
        <pc:chgData name="Landon Jobe" userId="55251da3-2d3c-43a1-b4d1-54fb46a8d636" providerId="ADAL" clId="{2EACC6AE-181B-4902-A892-77AB8530E659}" dt="2026-06-10T20:58:08.488" v="1171" actId="21"/>
        <pc:sldMkLst>
          <pc:docMk/>
          <pc:sldMk cId="190979178" sldId="265"/>
        </pc:sldMkLst>
        <pc:spChg chg="add del mod">
          <ac:chgData name="Landon Jobe" userId="55251da3-2d3c-43a1-b4d1-54fb46a8d636" providerId="ADAL" clId="{2EACC6AE-181B-4902-A892-77AB8530E659}" dt="2026-06-10T20:58:08.488" v="1171" actId="21"/>
          <ac:spMkLst>
            <pc:docMk/>
            <pc:sldMk cId="190979178" sldId="265"/>
            <ac:spMk id="4" creationId="{E47C5D1D-48BE-C64A-A50B-ABE9624B0989}"/>
          </ac:spMkLst>
        </pc:spChg>
        <pc:spChg chg="del">
          <ac:chgData name="Landon Jobe" userId="55251da3-2d3c-43a1-b4d1-54fb46a8d636" providerId="ADAL" clId="{2EACC6AE-181B-4902-A892-77AB8530E659}" dt="2026-06-10T20:58:03.953" v="1170" actId="21"/>
          <ac:spMkLst>
            <pc:docMk/>
            <pc:sldMk cId="190979178" sldId="265"/>
            <ac:spMk id="12" creationId="{7CADDA23-7DE7-5179-3EC8-FDF571766834}"/>
          </ac:spMkLst>
        </pc:spChg>
      </pc:sldChg>
      <pc:sldChg chg="del">
        <pc:chgData name="Landon Jobe" userId="55251da3-2d3c-43a1-b4d1-54fb46a8d636" providerId="ADAL" clId="{2EACC6AE-181B-4902-A892-77AB8530E659}" dt="2026-06-10T17:07:28.706" v="628" actId="2696"/>
        <pc:sldMkLst>
          <pc:docMk/>
          <pc:sldMk cId="2138708037" sldId="266"/>
        </pc:sldMkLst>
      </pc:sldChg>
      <pc:sldChg chg="addSp delSp modSp mod">
        <pc:chgData name="Landon Jobe" userId="55251da3-2d3c-43a1-b4d1-54fb46a8d636" providerId="ADAL" clId="{2EACC6AE-181B-4902-A892-77AB8530E659}" dt="2026-06-10T20:58:35.658" v="1182" actId="21"/>
        <pc:sldMkLst>
          <pc:docMk/>
          <pc:sldMk cId="2849796563" sldId="267"/>
        </pc:sldMkLst>
        <pc:spChg chg="add del mod">
          <ac:chgData name="Landon Jobe" userId="55251da3-2d3c-43a1-b4d1-54fb46a8d636" providerId="ADAL" clId="{2EACC6AE-181B-4902-A892-77AB8530E659}" dt="2026-06-10T20:58:35.658" v="1182" actId="21"/>
          <ac:spMkLst>
            <pc:docMk/>
            <pc:sldMk cId="2849796563" sldId="267"/>
            <ac:spMk id="4" creationId="{D7F7F8AD-579D-CDA5-EEFA-3577C4FFF060}"/>
          </ac:spMkLst>
        </pc:spChg>
        <pc:spChg chg="del">
          <ac:chgData name="Landon Jobe" userId="55251da3-2d3c-43a1-b4d1-54fb46a8d636" providerId="ADAL" clId="{2EACC6AE-181B-4902-A892-77AB8530E659}" dt="2026-06-10T20:58:34.062" v="1181" actId="21"/>
          <ac:spMkLst>
            <pc:docMk/>
            <pc:sldMk cId="2849796563" sldId="267"/>
            <ac:spMk id="12" creationId="{AB6349B7-8365-E696-91AC-8F583359D7CD}"/>
          </ac:spMkLst>
        </pc:spChg>
      </pc:sldChg>
      <pc:sldChg chg="addSp delSp modSp mod">
        <pc:chgData name="Landon Jobe" userId="55251da3-2d3c-43a1-b4d1-54fb46a8d636" providerId="ADAL" clId="{2EACC6AE-181B-4902-A892-77AB8530E659}" dt="2026-06-10T20:58:17.168" v="1175" actId="21"/>
        <pc:sldMkLst>
          <pc:docMk/>
          <pc:sldMk cId="3230427203" sldId="268"/>
        </pc:sldMkLst>
        <pc:spChg chg="add del mod">
          <ac:chgData name="Landon Jobe" userId="55251da3-2d3c-43a1-b4d1-54fb46a8d636" providerId="ADAL" clId="{2EACC6AE-181B-4902-A892-77AB8530E659}" dt="2026-06-10T20:58:17.168" v="1175" actId="21"/>
          <ac:spMkLst>
            <pc:docMk/>
            <pc:sldMk cId="3230427203" sldId="268"/>
            <ac:spMk id="4" creationId="{F296F09C-E0EE-CC8B-5B45-26078D715373}"/>
          </ac:spMkLst>
        </pc:spChg>
        <pc:spChg chg="del">
          <ac:chgData name="Landon Jobe" userId="55251da3-2d3c-43a1-b4d1-54fb46a8d636" providerId="ADAL" clId="{2EACC6AE-181B-4902-A892-77AB8530E659}" dt="2026-06-10T20:58:15.294" v="1174" actId="21"/>
          <ac:spMkLst>
            <pc:docMk/>
            <pc:sldMk cId="3230427203" sldId="268"/>
            <ac:spMk id="12" creationId="{0A46F4C7-1413-0CE2-3017-00C2A03148B1}"/>
          </ac:spMkLst>
        </pc:spChg>
      </pc:sldChg>
      <pc:sldChg chg="addSp delSp modSp mod">
        <pc:chgData name="Landon Jobe" userId="55251da3-2d3c-43a1-b4d1-54fb46a8d636" providerId="ADAL" clId="{2EACC6AE-181B-4902-A892-77AB8530E659}" dt="2026-06-10T20:59:41.054" v="1186" actId="21"/>
        <pc:sldMkLst>
          <pc:docMk/>
          <pc:sldMk cId="3667117532" sldId="269"/>
        </pc:sldMkLst>
        <pc:spChg chg="add del mod">
          <ac:chgData name="Landon Jobe" userId="55251da3-2d3c-43a1-b4d1-54fb46a8d636" providerId="ADAL" clId="{2EACC6AE-181B-4902-A892-77AB8530E659}" dt="2026-06-10T20:59:41.054" v="1186" actId="21"/>
          <ac:spMkLst>
            <pc:docMk/>
            <pc:sldMk cId="3667117532" sldId="269"/>
            <ac:spMk id="4" creationId="{F1945F29-DDAD-06BE-BC20-1C7FE612908F}"/>
          </ac:spMkLst>
        </pc:spChg>
        <pc:spChg chg="del">
          <ac:chgData name="Landon Jobe" userId="55251da3-2d3c-43a1-b4d1-54fb46a8d636" providerId="ADAL" clId="{2EACC6AE-181B-4902-A892-77AB8530E659}" dt="2026-06-10T20:59:38.546" v="1185" actId="21"/>
          <ac:spMkLst>
            <pc:docMk/>
            <pc:sldMk cId="3667117532" sldId="269"/>
            <ac:spMk id="12" creationId="{C25C2F71-09FD-F384-6F29-FD12B12CDD9B}"/>
          </ac:spMkLst>
        </pc:spChg>
      </pc:sldChg>
      <pc:sldChg chg="addSp delSp modSp mod">
        <pc:chgData name="Landon Jobe" userId="55251da3-2d3c-43a1-b4d1-54fb46a8d636" providerId="ADAL" clId="{2EACC6AE-181B-4902-A892-77AB8530E659}" dt="2026-06-10T20:59:51.889" v="1190" actId="21"/>
        <pc:sldMkLst>
          <pc:docMk/>
          <pc:sldMk cId="1058201122" sldId="271"/>
        </pc:sldMkLst>
        <pc:spChg chg="add del mod">
          <ac:chgData name="Landon Jobe" userId="55251da3-2d3c-43a1-b4d1-54fb46a8d636" providerId="ADAL" clId="{2EACC6AE-181B-4902-A892-77AB8530E659}" dt="2026-06-10T20:59:51.889" v="1190" actId="21"/>
          <ac:spMkLst>
            <pc:docMk/>
            <pc:sldMk cId="1058201122" sldId="271"/>
            <ac:spMk id="4" creationId="{423E7780-718F-626B-04DA-8D29B38EF970}"/>
          </ac:spMkLst>
        </pc:spChg>
        <pc:spChg chg="del">
          <ac:chgData name="Landon Jobe" userId="55251da3-2d3c-43a1-b4d1-54fb46a8d636" providerId="ADAL" clId="{2EACC6AE-181B-4902-A892-77AB8530E659}" dt="2026-06-10T20:59:50.742" v="1189" actId="21"/>
          <ac:spMkLst>
            <pc:docMk/>
            <pc:sldMk cId="1058201122" sldId="271"/>
            <ac:spMk id="12" creationId="{F284EBBD-C01D-6992-7694-548E779833CB}"/>
          </ac:spMkLst>
        </pc:spChg>
      </pc:sldChg>
      <pc:sldChg chg="addSp delSp modSp mod ord">
        <pc:chgData name="Landon Jobe" userId="55251da3-2d3c-43a1-b4d1-54fb46a8d636" providerId="ADAL" clId="{2EACC6AE-181B-4902-A892-77AB8530E659}" dt="2026-06-10T21:40:22.260" v="1264"/>
        <pc:sldMkLst>
          <pc:docMk/>
          <pc:sldMk cId="4097118967" sldId="272"/>
        </pc:sldMkLst>
        <pc:spChg chg="add del mod">
          <ac:chgData name="Landon Jobe" userId="55251da3-2d3c-43a1-b4d1-54fb46a8d636" providerId="ADAL" clId="{2EACC6AE-181B-4902-A892-77AB8530E659}" dt="2026-06-10T20:58:25.759" v="1178" actId="21"/>
          <ac:spMkLst>
            <pc:docMk/>
            <pc:sldMk cId="4097118967" sldId="272"/>
            <ac:spMk id="4" creationId="{8D887E11-05F8-4A49-69BD-C9129B0A1411}"/>
          </ac:spMkLst>
        </pc:spChg>
        <pc:spChg chg="del">
          <ac:chgData name="Landon Jobe" userId="55251da3-2d3c-43a1-b4d1-54fb46a8d636" providerId="ADAL" clId="{2EACC6AE-181B-4902-A892-77AB8530E659}" dt="2026-06-10T20:58:24.542" v="1177" actId="21"/>
          <ac:spMkLst>
            <pc:docMk/>
            <pc:sldMk cId="4097118967" sldId="272"/>
            <ac:spMk id="12" creationId="{C998A98A-27CF-3016-2D2A-BAA43BC79B2A}"/>
          </ac:spMkLst>
        </pc:spChg>
      </pc:sldChg>
      <pc:sldChg chg="addSp delSp modSp mod">
        <pc:chgData name="Landon Jobe" userId="55251da3-2d3c-43a1-b4d1-54fb46a8d636" providerId="ADAL" clId="{2EACC6AE-181B-4902-A892-77AB8530E659}" dt="2026-06-10T21:00:06.615" v="1196" actId="21"/>
        <pc:sldMkLst>
          <pc:docMk/>
          <pc:sldMk cId="3490315833" sldId="273"/>
        </pc:sldMkLst>
        <pc:spChg chg="add del mod">
          <ac:chgData name="Landon Jobe" userId="55251da3-2d3c-43a1-b4d1-54fb46a8d636" providerId="ADAL" clId="{2EACC6AE-181B-4902-A892-77AB8530E659}" dt="2026-06-10T21:00:06.615" v="1196" actId="21"/>
          <ac:spMkLst>
            <pc:docMk/>
            <pc:sldMk cId="3490315833" sldId="273"/>
            <ac:spMk id="4" creationId="{7C893BBC-6257-503B-D2D0-EEA706EA1F86}"/>
          </ac:spMkLst>
        </pc:spChg>
        <pc:spChg chg="del">
          <ac:chgData name="Landon Jobe" userId="55251da3-2d3c-43a1-b4d1-54fb46a8d636" providerId="ADAL" clId="{2EACC6AE-181B-4902-A892-77AB8530E659}" dt="2026-06-10T21:00:05.640" v="1195" actId="21"/>
          <ac:spMkLst>
            <pc:docMk/>
            <pc:sldMk cId="3490315833" sldId="273"/>
            <ac:spMk id="12" creationId="{41480118-8F75-87FC-D0B7-562D67D216BA}"/>
          </ac:spMkLst>
        </pc:spChg>
      </pc:sldChg>
      <pc:sldChg chg="addSp delSp modSp mod">
        <pc:chgData name="Landon Jobe" userId="55251da3-2d3c-43a1-b4d1-54fb46a8d636" providerId="ADAL" clId="{2EACC6AE-181B-4902-A892-77AB8530E659}" dt="2026-06-10T21:00:15.823" v="1200" actId="21"/>
        <pc:sldMkLst>
          <pc:docMk/>
          <pc:sldMk cId="2551049765" sldId="274"/>
        </pc:sldMkLst>
        <pc:spChg chg="add del mod">
          <ac:chgData name="Landon Jobe" userId="55251da3-2d3c-43a1-b4d1-54fb46a8d636" providerId="ADAL" clId="{2EACC6AE-181B-4902-A892-77AB8530E659}" dt="2026-06-10T21:00:15.823" v="1200" actId="21"/>
          <ac:spMkLst>
            <pc:docMk/>
            <pc:sldMk cId="2551049765" sldId="274"/>
            <ac:spMk id="4" creationId="{D7EA74FB-882D-0982-B79A-F87A6DB76046}"/>
          </ac:spMkLst>
        </pc:spChg>
        <pc:spChg chg="del">
          <ac:chgData name="Landon Jobe" userId="55251da3-2d3c-43a1-b4d1-54fb46a8d636" providerId="ADAL" clId="{2EACC6AE-181B-4902-A892-77AB8530E659}" dt="2026-06-10T21:00:14.777" v="1199" actId="21"/>
          <ac:spMkLst>
            <pc:docMk/>
            <pc:sldMk cId="2551049765" sldId="274"/>
            <ac:spMk id="12" creationId="{4954D83D-1D37-DC30-FA89-9EC0C5F6DD91}"/>
          </ac:spMkLst>
        </pc:spChg>
      </pc:sldChg>
      <pc:sldChg chg="addSp delSp modSp mod">
        <pc:chgData name="Landon Jobe" userId="55251da3-2d3c-43a1-b4d1-54fb46a8d636" providerId="ADAL" clId="{2EACC6AE-181B-4902-A892-77AB8530E659}" dt="2026-06-10T20:59:58.591" v="1192" actId="21"/>
        <pc:sldMkLst>
          <pc:docMk/>
          <pc:sldMk cId="2233250435" sldId="275"/>
        </pc:sldMkLst>
        <pc:spChg chg="add del mod">
          <ac:chgData name="Landon Jobe" userId="55251da3-2d3c-43a1-b4d1-54fb46a8d636" providerId="ADAL" clId="{2EACC6AE-181B-4902-A892-77AB8530E659}" dt="2026-06-10T20:59:58.591" v="1192" actId="21"/>
          <ac:spMkLst>
            <pc:docMk/>
            <pc:sldMk cId="2233250435" sldId="275"/>
            <ac:spMk id="4" creationId="{4F50F6F2-B141-D716-8282-57D5EFFB244C}"/>
          </ac:spMkLst>
        </pc:spChg>
        <pc:spChg chg="del">
          <ac:chgData name="Landon Jobe" userId="55251da3-2d3c-43a1-b4d1-54fb46a8d636" providerId="ADAL" clId="{2EACC6AE-181B-4902-A892-77AB8530E659}" dt="2026-06-10T20:59:57.549" v="1191" actId="21"/>
          <ac:spMkLst>
            <pc:docMk/>
            <pc:sldMk cId="2233250435" sldId="275"/>
            <ac:spMk id="12" creationId="{FA5E6A5A-405E-0B5A-0E07-62B57F8CBBAE}"/>
          </ac:spMkLst>
        </pc:spChg>
      </pc:sldChg>
      <pc:sldChg chg="addSp delSp modSp mod">
        <pc:chgData name="Landon Jobe" userId="55251da3-2d3c-43a1-b4d1-54fb46a8d636" providerId="ADAL" clId="{2EACC6AE-181B-4902-A892-77AB8530E659}" dt="2026-06-10T20:57:54.557" v="1169" actId="21"/>
        <pc:sldMkLst>
          <pc:docMk/>
          <pc:sldMk cId="1819492819" sldId="276"/>
        </pc:sldMkLst>
        <pc:spChg chg="del">
          <ac:chgData name="Landon Jobe" userId="55251da3-2d3c-43a1-b4d1-54fb46a8d636" providerId="ADAL" clId="{2EACC6AE-181B-4902-A892-77AB8530E659}" dt="2026-06-10T20:57:51.129" v="1168" actId="21"/>
          <ac:spMkLst>
            <pc:docMk/>
            <pc:sldMk cId="1819492819" sldId="276"/>
            <ac:spMk id="6" creationId="{3ADDA571-E96C-F44C-730A-701BCD70F402}"/>
          </ac:spMkLst>
        </pc:spChg>
        <pc:spChg chg="add del mod">
          <ac:chgData name="Landon Jobe" userId="55251da3-2d3c-43a1-b4d1-54fb46a8d636" providerId="ADAL" clId="{2EACC6AE-181B-4902-A892-77AB8530E659}" dt="2026-06-10T20:57:54.557" v="1169" actId="21"/>
          <ac:spMkLst>
            <pc:docMk/>
            <pc:sldMk cId="1819492819" sldId="276"/>
            <ac:spMk id="7" creationId="{47A6E615-C3D6-EA49-C20B-E621BB3DDB56}"/>
          </ac:spMkLst>
        </pc:spChg>
      </pc:sldChg>
      <pc:sldChg chg="addSp delSp modSp mod">
        <pc:chgData name="Landon Jobe" userId="55251da3-2d3c-43a1-b4d1-54fb46a8d636" providerId="ADAL" clId="{2EACC6AE-181B-4902-A892-77AB8530E659}" dt="2026-06-10T21:00:02.079" v="1194" actId="21"/>
        <pc:sldMkLst>
          <pc:docMk/>
          <pc:sldMk cId="2114055750" sldId="277"/>
        </pc:sldMkLst>
        <pc:spChg chg="del">
          <ac:chgData name="Landon Jobe" userId="55251da3-2d3c-43a1-b4d1-54fb46a8d636" providerId="ADAL" clId="{2EACC6AE-181B-4902-A892-77AB8530E659}" dt="2026-06-10T21:00:01.281" v="1193" actId="21"/>
          <ac:spMkLst>
            <pc:docMk/>
            <pc:sldMk cId="2114055750" sldId="277"/>
            <ac:spMk id="6" creationId="{525615A3-8411-1DF1-2D54-55157D958089}"/>
          </ac:spMkLst>
        </pc:spChg>
        <pc:spChg chg="add del mod">
          <ac:chgData name="Landon Jobe" userId="55251da3-2d3c-43a1-b4d1-54fb46a8d636" providerId="ADAL" clId="{2EACC6AE-181B-4902-A892-77AB8530E659}" dt="2026-06-10T21:00:02.079" v="1194" actId="21"/>
          <ac:spMkLst>
            <pc:docMk/>
            <pc:sldMk cId="2114055750" sldId="277"/>
            <ac:spMk id="7" creationId="{BC3ED768-6127-E8B4-BACF-798559147D98}"/>
          </ac:spMkLst>
        </pc:spChg>
      </pc:sldChg>
      <pc:sldChg chg="addSp delSp modSp mod">
        <pc:chgData name="Landon Jobe" userId="55251da3-2d3c-43a1-b4d1-54fb46a8d636" providerId="ADAL" clId="{2EACC6AE-181B-4902-A892-77AB8530E659}" dt="2026-06-10T21:00:11.957" v="1198" actId="21"/>
        <pc:sldMkLst>
          <pc:docMk/>
          <pc:sldMk cId="518926644" sldId="278"/>
        </pc:sldMkLst>
        <pc:spChg chg="del">
          <ac:chgData name="Landon Jobe" userId="55251da3-2d3c-43a1-b4d1-54fb46a8d636" providerId="ADAL" clId="{2EACC6AE-181B-4902-A892-77AB8530E659}" dt="2026-06-10T21:00:10.935" v="1197" actId="21"/>
          <ac:spMkLst>
            <pc:docMk/>
            <pc:sldMk cId="518926644" sldId="278"/>
            <ac:spMk id="6" creationId="{FE4161BB-39BA-6D17-1E5C-C797A00F8D20}"/>
          </ac:spMkLst>
        </pc:spChg>
        <pc:spChg chg="add del mod">
          <ac:chgData name="Landon Jobe" userId="55251da3-2d3c-43a1-b4d1-54fb46a8d636" providerId="ADAL" clId="{2EACC6AE-181B-4902-A892-77AB8530E659}" dt="2026-06-10T21:00:11.957" v="1198" actId="21"/>
          <ac:spMkLst>
            <pc:docMk/>
            <pc:sldMk cId="518926644" sldId="278"/>
            <ac:spMk id="7" creationId="{5EAF9FCB-F53B-24EA-A5E8-EAB8B6D07FB3}"/>
          </ac:spMkLst>
        </pc:spChg>
      </pc:sldChg>
      <pc:sldChg chg="addSp delSp modSp mod ord">
        <pc:chgData name="Landon Jobe" userId="55251da3-2d3c-43a1-b4d1-54fb46a8d636" providerId="ADAL" clId="{2EACC6AE-181B-4902-A892-77AB8530E659}" dt="2026-06-11T15:01:54.796" v="1327" actId="20577"/>
        <pc:sldMkLst>
          <pc:docMk/>
          <pc:sldMk cId="130086616" sldId="279"/>
        </pc:sldMkLst>
        <pc:spChg chg="mod">
          <ac:chgData name="Landon Jobe" userId="55251da3-2d3c-43a1-b4d1-54fb46a8d636" providerId="ADAL" clId="{2EACC6AE-181B-4902-A892-77AB8530E659}" dt="2026-06-11T15:01:54.796" v="1327" actId="20577"/>
          <ac:spMkLst>
            <pc:docMk/>
            <pc:sldMk cId="130086616" sldId="279"/>
            <ac:spMk id="5" creationId="{019E5C15-BE78-3E93-B20D-F93AD92A1550}"/>
          </ac:spMkLst>
        </pc:spChg>
        <pc:spChg chg="del">
          <ac:chgData name="Landon Jobe" userId="55251da3-2d3c-43a1-b4d1-54fb46a8d636" providerId="ADAL" clId="{2EACC6AE-181B-4902-A892-77AB8530E659}" dt="2026-06-10T20:58:28.149" v="1179" actId="21"/>
          <ac:spMkLst>
            <pc:docMk/>
            <pc:sldMk cId="130086616" sldId="279"/>
            <ac:spMk id="6" creationId="{C728C421-409F-13E8-0FFF-3C8368F98E1C}"/>
          </ac:spMkLst>
        </pc:spChg>
        <pc:spChg chg="add mod">
          <ac:chgData name="Landon Jobe" userId="55251da3-2d3c-43a1-b4d1-54fb46a8d636" providerId="ADAL" clId="{2EACC6AE-181B-4902-A892-77AB8530E659}" dt="2026-06-10T17:03:14.521" v="626" actId="20577"/>
          <ac:spMkLst>
            <pc:docMk/>
            <pc:sldMk cId="130086616" sldId="279"/>
            <ac:spMk id="7" creationId="{D556409C-5360-BE78-EF3E-C2A64726C0D4}"/>
          </ac:spMkLst>
        </pc:spChg>
        <pc:spChg chg="add del mod">
          <ac:chgData name="Landon Jobe" userId="55251da3-2d3c-43a1-b4d1-54fb46a8d636" providerId="ADAL" clId="{2EACC6AE-181B-4902-A892-77AB8530E659}" dt="2026-06-10T20:58:29.350" v="1180" actId="21"/>
          <ac:spMkLst>
            <pc:docMk/>
            <pc:sldMk cId="130086616" sldId="279"/>
            <ac:spMk id="9" creationId="{3922FDBD-9273-7374-993C-7B5E9536D75A}"/>
          </ac:spMkLst>
        </pc:spChg>
        <pc:picChg chg="add del mod">
          <ac:chgData name="Landon Jobe" userId="55251da3-2d3c-43a1-b4d1-54fb46a8d636" providerId="ADAL" clId="{2EACC6AE-181B-4902-A892-77AB8530E659}" dt="2026-06-10T16:57:01.379" v="242" actId="21"/>
          <ac:picMkLst>
            <pc:docMk/>
            <pc:sldMk cId="130086616" sldId="279"/>
            <ac:picMk id="4" creationId="{477F7B08-07A3-B75B-68DD-5DBACD881073}"/>
          </ac:picMkLst>
        </pc:picChg>
      </pc:sldChg>
      <pc:sldChg chg="addSp delSp modSp mod">
        <pc:chgData name="Landon Jobe" userId="55251da3-2d3c-43a1-b4d1-54fb46a8d636" providerId="ADAL" clId="{2EACC6AE-181B-4902-A892-77AB8530E659}" dt="2026-06-10T20:59:44.741" v="1188" actId="21"/>
        <pc:sldMkLst>
          <pc:docMk/>
          <pc:sldMk cId="2492249764" sldId="280"/>
        </pc:sldMkLst>
        <pc:spChg chg="del">
          <ac:chgData name="Landon Jobe" userId="55251da3-2d3c-43a1-b4d1-54fb46a8d636" providerId="ADAL" clId="{2EACC6AE-181B-4902-A892-77AB8530E659}" dt="2026-06-10T20:59:43.708" v="1187" actId="21"/>
          <ac:spMkLst>
            <pc:docMk/>
            <pc:sldMk cId="2492249764" sldId="280"/>
            <ac:spMk id="6" creationId="{82F5FD37-71D1-D83B-EFF2-A1C5B92254BD}"/>
          </ac:spMkLst>
        </pc:spChg>
        <pc:spChg chg="add del mod">
          <ac:chgData name="Landon Jobe" userId="55251da3-2d3c-43a1-b4d1-54fb46a8d636" providerId="ADAL" clId="{2EACC6AE-181B-4902-A892-77AB8530E659}" dt="2026-06-10T20:59:44.741" v="1188" actId="21"/>
          <ac:spMkLst>
            <pc:docMk/>
            <pc:sldMk cId="2492249764" sldId="280"/>
            <ac:spMk id="10" creationId="{160A498B-AD7D-17BD-281C-3C2B2365A9FC}"/>
          </ac:spMkLst>
        </pc:spChg>
      </pc:sldChg>
      <pc:sldChg chg="addSp delSp modSp mod">
        <pc:chgData name="Landon Jobe" userId="55251da3-2d3c-43a1-b4d1-54fb46a8d636" providerId="ADAL" clId="{2EACC6AE-181B-4902-A892-77AB8530E659}" dt="2026-06-10T21:29:49.048" v="1256" actId="313"/>
        <pc:sldMkLst>
          <pc:docMk/>
          <pc:sldMk cId="4107092400" sldId="282"/>
        </pc:sldMkLst>
        <pc:spChg chg="add del mod">
          <ac:chgData name="Landon Jobe" userId="55251da3-2d3c-43a1-b4d1-54fb46a8d636" providerId="ADAL" clId="{2EACC6AE-181B-4902-A892-77AB8530E659}" dt="2026-06-10T20:58:47.518" v="1184" actId="21"/>
          <ac:spMkLst>
            <pc:docMk/>
            <pc:sldMk cId="4107092400" sldId="282"/>
            <ac:spMk id="4" creationId="{E6034F66-DA12-C3E5-3E23-E0895B81F504}"/>
          </ac:spMkLst>
        </pc:spChg>
        <pc:spChg chg="mod">
          <ac:chgData name="Landon Jobe" userId="55251da3-2d3c-43a1-b4d1-54fb46a8d636" providerId="ADAL" clId="{2EACC6AE-181B-4902-A892-77AB8530E659}" dt="2026-06-10T21:29:49.048" v="1256" actId="313"/>
          <ac:spMkLst>
            <pc:docMk/>
            <pc:sldMk cId="4107092400" sldId="282"/>
            <ac:spMk id="5" creationId="{C7033123-087A-87C3-C44E-8E3AD0CF5B25}"/>
          </ac:spMkLst>
        </pc:spChg>
        <pc:spChg chg="del">
          <ac:chgData name="Landon Jobe" userId="55251da3-2d3c-43a1-b4d1-54fb46a8d636" providerId="ADAL" clId="{2EACC6AE-181B-4902-A892-77AB8530E659}" dt="2026-06-10T20:58:46.149" v="1183" actId="21"/>
          <ac:spMkLst>
            <pc:docMk/>
            <pc:sldMk cId="4107092400" sldId="282"/>
            <ac:spMk id="6" creationId="{C0C42CD8-5F65-B46A-D5E9-E44A364AD2FD}"/>
          </ac:spMkLst>
        </pc:spChg>
      </pc:sldChg>
      <pc:sldChg chg="del">
        <pc:chgData name="Landon Jobe" userId="55251da3-2d3c-43a1-b4d1-54fb46a8d636" providerId="ADAL" clId="{2EACC6AE-181B-4902-A892-77AB8530E659}" dt="2026-06-10T17:07:26.740" v="627" actId="2696"/>
        <pc:sldMkLst>
          <pc:docMk/>
          <pc:sldMk cId="4142408391" sldId="283"/>
        </pc:sldMkLst>
      </pc:sldChg>
      <pc:sldChg chg="delSp mod">
        <pc:chgData name="Landon Jobe" userId="55251da3-2d3c-43a1-b4d1-54fb46a8d636" providerId="ADAL" clId="{2EACC6AE-181B-4902-A892-77AB8530E659}" dt="2026-06-10T20:58:20.067" v="1176" actId="21"/>
        <pc:sldMkLst>
          <pc:docMk/>
          <pc:sldMk cId="2463211286" sldId="284"/>
        </pc:sldMkLst>
        <pc:spChg chg="del">
          <ac:chgData name="Landon Jobe" userId="55251da3-2d3c-43a1-b4d1-54fb46a8d636" providerId="ADAL" clId="{2EACC6AE-181B-4902-A892-77AB8530E659}" dt="2026-06-10T20:58:20.067" v="1176" actId="21"/>
          <ac:spMkLst>
            <pc:docMk/>
            <pc:sldMk cId="2463211286" sldId="284"/>
            <ac:spMk id="7" creationId="{90C3981B-7539-100D-E0E1-02F15883C270}"/>
          </ac:spMkLst>
        </pc:spChg>
      </pc:sldChg>
      <pc:sldChg chg="addSp delSp modSp mod">
        <pc:chgData name="Landon Jobe" userId="55251da3-2d3c-43a1-b4d1-54fb46a8d636" providerId="ADAL" clId="{2EACC6AE-181B-4902-A892-77AB8530E659}" dt="2026-06-10T20:58:12.674" v="1173" actId="21"/>
        <pc:sldMkLst>
          <pc:docMk/>
          <pc:sldMk cId="844223363" sldId="285"/>
        </pc:sldMkLst>
        <pc:spChg chg="del mod">
          <ac:chgData name="Landon Jobe" userId="55251da3-2d3c-43a1-b4d1-54fb46a8d636" providerId="ADAL" clId="{2EACC6AE-181B-4902-A892-77AB8530E659}" dt="2026-06-10T17:08:24.753" v="631" actId="21"/>
          <ac:spMkLst>
            <pc:docMk/>
            <pc:sldMk cId="844223363" sldId="285"/>
            <ac:spMk id="5" creationId="{7553F3C5-69D1-0C2B-F87B-C8F4E9ED750E}"/>
          </ac:spMkLst>
        </pc:spChg>
        <pc:spChg chg="del">
          <ac:chgData name="Landon Jobe" userId="55251da3-2d3c-43a1-b4d1-54fb46a8d636" providerId="ADAL" clId="{2EACC6AE-181B-4902-A892-77AB8530E659}" dt="2026-06-10T20:58:11.423" v="1172" actId="21"/>
          <ac:spMkLst>
            <pc:docMk/>
            <pc:sldMk cId="844223363" sldId="285"/>
            <ac:spMk id="6" creationId="{6EA94C2F-7DED-E84D-B4D4-04878CB8F118}"/>
          </ac:spMkLst>
        </pc:spChg>
        <pc:spChg chg="add del mod">
          <ac:chgData name="Landon Jobe" userId="55251da3-2d3c-43a1-b4d1-54fb46a8d636" providerId="ADAL" clId="{2EACC6AE-181B-4902-A892-77AB8530E659}" dt="2026-06-10T20:58:12.674" v="1173" actId="21"/>
          <ac:spMkLst>
            <pc:docMk/>
            <pc:sldMk cId="844223363" sldId="285"/>
            <ac:spMk id="7" creationId="{A40E4BF8-798B-72BE-566F-33EC0FB2A583}"/>
          </ac:spMkLst>
        </pc:spChg>
        <pc:spChg chg="mod">
          <ac:chgData name="Landon Jobe" userId="55251da3-2d3c-43a1-b4d1-54fb46a8d636" providerId="ADAL" clId="{2EACC6AE-181B-4902-A892-77AB8530E659}" dt="2026-06-10T17:09:56.292" v="700" actId="20577"/>
          <ac:spMkLst>
            <pc:docMk/>
            <pc:sldMk cId="844223363" sldId="285"/>
            <ac:spMk id="12" creationId="{E77ED45C-306B-262C-6130-7DF3B2163741}"/>
          </ac:spMkLst>
        </pc:spChg>
        <pc:graphicFrameChg chg="add mod modGraphic">
          <ac:chgData name="Landon Jobe" userId="55251da3-2d3c-43a1-b4d1-54fb46a8d636" providerId="ADAL" clId="{2EACC6AE-181B-4902-A892-77AB8530E659}" dt="2026-06-10T17:23:53.773" v="1163" actId="13926"/>
          <ac:graphicFrameMkLst>
            <pc:docMk/>
            <pc:sldMk cId="844223363" sldId="285"/>
            <ac:graphicFrameMk id="3" creationId="{426C098B-36EF-B1FB-12AF-B932B7366888}"/>
          </ac:graphicFrameMkLst>
        </pc:graphicFrameChg>
      </pc:sldChg>
      <pc:sldChg chg="modSp mod">
        <pc:chgData name="Landon Jobe" userId="55251da3-2d3c-43a1-b4d1-54fb46a8d636" providerId="ADAL" clId="{2EACC6AE-181B-4902-A892-77AB8530E659}" dt="2026-06-10T21:20:51.986" v="1252" actId="20577"/>
        <pc:sldMkLst>
          <pc:docMk/>
          <pc:sldMk cId="1790194145" sldId="286"/>
        </pc:sldMkLst>
        <pc:spChg chg="mod">
          <ac:chgData name="Landon Jobe" userId="55251da3-2d3c-43a1-b4d1-54fb46a8d636" providerId="ADAL" clId="{2EACC6AE-181B-4902-A892-77AB8530E659}" dt="2026-06-10T21:20:51.986" v="1252" actId="20577"/>
          <ac:spMkLst>
            <pc:docMk/>
            <pc:sldMk cId="1790194145" sldId="286"/>
            <ac:spMk id="11" creationId="{888E3F22-C0E6-1C7B-2238-20C16695ECC0}"/>
          </ac:spMkLst>
        </pc:spChg>
      </pc:sldChg>
      <pc:sldChg chg="delSp mod">
        <pc:chgData name="Landon Jobe" userId="55251da3-2d3c-43a1-b4d1-54fb46a8d636" providerId="ADAL" clId="{2EACC6AE-181B-4902-A892-77AB8530E659}" dt="2026-06-10T21:54:16.951" v="1301" actId="21"/>
        <pc:sldMkLst>
          <pc:docMk/>
          <pc:sldMk cId="2437968485" sldId="287"/>
        </pc:sldMkLst>
        <pc:spChg chg="del">
          <ac:chgData name="Landon Jobe" userId="55251da3-2d3c-43a1-b4d1-54fb46a8d636" providerId="ADAL" clId="{2EACC6AE-181B-4902-A892-77AB8530E659}" dt="2026-06-10T21:54:16.951" v="1301" actId="21"/>
          <ac:spMkLst>
            <pc:docMk/>
            <pc:sldMk cId="2437968485" sldId="287"/>
            <ac:spMk id="4" creationId="{49ED7A17-22E6-E988-7206-411B68987194}"/>
          </ac:spMkLst>
        </pc:spChg>
      </pc:sldChg>
      <pc:sldChg chg="new del">
        <pc:chgData name="Landon Jobe" userId="55251da3-2d3c-43a1-b4d1-54fb46a8d636" providerId="ADAL" clId="{2EACC6AE-181B-4902-A892-77AB8530E659}" dt="2026-06-10T21:08:08.758" v="1210" actId="2696"/>
        <pc:sldMkLst>
          <pc:docMk/>
          <pc:sldMk cId="382465040" sldId="288"/>
        </pc:sldMkLst>
      </pc:sldChg>
      <pc:sldChg chg="addSp delSp modSp mod">
        <pc:chgData name="Landon Jobe" userId="55251da3-2d3c-43a1-b4d1-54fb46a8d636" providerId="ADAL" clId="{2EACC6AE-181B-4902-A892-77AB8530E659}" dt="2026-06-10T21:51:01.147" v="1299" actId="21"/>
        <pc:sldMkLst>
          <pc:docMk/>
          <pc:sldMk cId="4164275781" sldId="288"/>
        </pc:sldMkLst>
        <pc:picChg chg="add del mod">
          <ac:chgData name="Landon Jobe" userId="55251da3-2d3c-43a1-b4d1-54fb46a8d636" providerId="ADAL" clId="{2EACC6AE-181B-4902-A892-77AB8530E659}" dt="2026-06-10T21:51:01.147" v="1299" actId="21"/>
          <ac:picMkLst>
            <pc:docMk/>
            <pc:sldMk cId="4164275781" sldId="288"/>
            <ac:picMk id="7" creationId="{3A1E56A8-B9F1-947E-E338-0F00ECF87402}"/>
          </ac:picMkLst>
        </pc:picChg>
      </pc:sldChg>
      <pc:sldChg chg="delSp modSp add del mod">
        <pc:chgData name="Landon Jobe" userId="55251da3-2d3c-43a1-b4d1-54fb46a8d636" providerId="ADAL" clId="{2EACC6AE-181B-4902-A892-77AB8530E659}" dt="2026-06-10T21:12:47.030" v="1241" actId="2696"/>
        <pc:sldMkLst>
          <pc:docMk/>
          <pc:sldMk cId="2488734796" sldId="289"/>
        </pc:sldMkLst>
        <pc:spChg chg="mod">
          <ac:chgData name="Landon Jobe" userId="55251da3-2d3c-43a1-b4d1-54fb46a8d636" providerId="ADAL" clId="{2EACC6AE-181B-4902-A892-77AB8530E659}" dt="2026-06-10T21:12:41.503" v="1240" actId="1076"/>
          <ac:spMkLst>
            <pc:docMk/>
            <pc:sldMk cId="2488734796" sldId="289"/>
            <ac:spMk id="2" creationId="{BA046E6A-38D8-C430-C8D2-B4F846840ACC}"/>
          </ac:spMkLst>
        </pc:spChg>
        <pc:spChg chg="mod">
          <ac:chgData name="Landon Jobe" userId="55251da3-2d3c-43a1-b4d1-54fb46a8d636" providerId="ADAL" clId="{2EACC6AE-181B-4902-A892-77AB8530E659}" dt="2026-06-10T21:10:41.388" v="1238" actId="20577"/>
          <ac:spMkLst>
            <pc:docMk/>
            <pc:sldMk cId="2488734796" sldId="289"/>
            <ac:spMk id="3" creationId="{2C740567-B80C-A30C-C4F7-84D5F0D1A762}"/>
          </ac:spMkLst>
        </pc:spChg>
        <pc:spChg chg="del">
          <ac:chgData name="Landon Jobe" userId="55251da3-2d3c-43a1-b4d1-54fb46a8d636" providerId="ADAL" clId="{2EACC6AE-181B-4902-A892-77AB8530E659}" dt="2026-06-10T21:10:47.459" v="1239" actId="21"/>
          <ac:spMkLst>
            <pc:docMk/>
            <pc:sldMk cId="2488734796" sldId="289"/>
            <ac:spMk id="4" creationId="{193F0681-2562-045E-A547-786A9E53396D}"/>
          </ac:spMkLst>
        </pc:spChg>
        <pc:spChg chg="mod">
          <ac:chgData name="Landon Jobe" userId="55251da3-2d3c-43a1-b4d1-54fb46a8d636" providerId="ADAL" clId="{2EACC6AE-181B-4902-A892-77AB8530E659}" dt="2026-06-10T21:08:45.676" v="1227" actId="20577"/>
          <ac:spMkLst>
            <pc:docMk/>
            <pc:sldMk cId="2488734796" sldId="289"/>
            <ac:spMk id="5" creationId="{556C97BD-5F54-12ED-7C5B-B74FB25376BB}"/>
          </ac:spMkLst>
        </pc:spChg>
      </pc:sldChg>
      <pc:sldChg chg="delSp mod">
        <pc:chgData name="Landon Jobe" userId="55251da3-2d3c-43a1-b4d1-54fb46a8d636" providerId="ADAL" clId="{2EACC6AE-181B-4902-A892-77AB8530E659}" dt="2026-06-10T21:38:34.340" v="1261" actId="21"/>
        <pc:sldMkLst>
          <pc:docMk/>
          <pc:sldMk cId="3495469395" sldId="289"/>
        </pc:sldMkLst>
        <pc:spChg chg="del">
          <ac:chgData name="Landon Jobe" userId="55251da3-2d3c-43a1-b4d1-54fb46a8d636" providerId="ADAL" clId="{2EACC6AE-181B-4902-A892-77AB8530E659}" dt="2026-06-10T21:38:34.340" v="1261" actId="21"/>
          <ac:spMkLst>
            <pc:docMk/>
            <pc:sldMk cId="3495469395" sldId="289"/>
            <ac:spMk id="4" creationId="{F2A4FC6C-7462-5A01-7F7C-49FC27873DA0}"/>
          </ac:spMkLst>
        </pc:spChg>
      </pc:sldChg>
      <pc:sldChg chg="delSp mod">
        <pc:chgData name="Landon Jobe" userId="55251da3-2d3c-43a1-b4d1-54fb46a8d636" providerId="ADAL" clId="{2EACC6AE-181B-4902-A892-77AB8530E659}" dt="2026-06-10T21:38:38.533" v="1262" actId="21"/>
        <pc:sldMkLst>
          <pc:docMk/>
          <pc:sldMk cId="2029186600" sldId="290"/>
        </pc:sldMkLst>
        <pc:spChg chg="del">
          <ac:chgData name="Landon Jobe" userId="55251da3-2d3c-43a1-b4d1-54fb46a8d636" providerId="ADAL" clId="{2EACC6AE-181B-4902-A892-77AB8530E659}" dt="2026-06-10T21:38:38.533" v="1262" actId="21"/>
          <ac:spMkLst>
            <pc:docMk/>
            <pc:sldMk cId="2029186600" sldId="290"/>
            <ac:spMk id="5" creationId="{F5C04A52-EE99-FE62-1226-3255F31BE36A}"/>
          </ac:spMkLst>
        </pc:spChg>
      </pc:sldChg>
      <pc:sldChg chg="delSp mod">
        <pc:chgData name="Landon Jobe" userId="55251da3-2d3c-43a1-b4d1-54fb46a8d636" providerId="ADAL" clId="{2EACC6AE-181B-4902-A892-77AB8530E659}" dt="2026-06-10T21:54:19.361" v="1302" actId="21"/>
        <pc:sldMkLst>
          <pc:docMk/>
          <pc:sldMk cId="2692678424" sldId="291"/>
        </pc:sldMkLst>
        <pc:spChg chg="del">
          <ac:chgData name="Landon Jobe" userId="55251da3-2d3c-43a1-b4d1-54fb46a8d636" providerId="ADAL" clId="{2EACC6AE-181B-4902-A892-77AB8530E659}" dt="2026-06-10T21:54:19.361" v="1302" actId="21"/>
          <ac:spMkLst>
            <pc:docMk/>
            <pc:sldMk cId="2692678424" sldId="291"/>
            <ac:spMk id="5" creationId="{2CE27945-0198-F6BC-40B9-47DF3F8B84D0}"/>
          </ac:spMkLst>
        </pc:spChg>
      </pc:sldChg>
      <pc:sldChg chg="addSp delSp modSp new mod">
        <pc:chgData name="Landon Jobe" userId="55251da3-2d3c-43a1-b4d1-54fb46a8d636" providerId="ADAL" clId="{2EACC6AE-181B-4902-A892-77AB8530E659}" dt="2026-06-10T21:53:19.057" v="1300" actId="1076"/>
        <pc:sldMkLst>
          <pc:docMk/>
          <pc:sldMk cId="3654325145" sldId="292"/>
        </pc:sldMkLst>
        <pc:spChg chg="del">
          <ac:chgData name="Landon Jobe" userId="55251da3-2d3c-43a1-b4d1-54fb46a8d636" providerId="ADAL" clId="{2EACC6AE-181B-4902-A892-77AB8530E659}" dt="2026-06-10T21:43:00.246" v="1272" actId="21"/>
          <ac:spMkLst>
            <pc:docMk/>
            <pc:sldMk cId="3654325145" sldId="292"/>
            <ac:spMk id="3" creationId="{8FCE6F9B-510E-A8C7-675D-42B63A77D382}"/>
          </ac:spMkLst>
        </pc:spChg>
        <pc:spChg chg="del">
          <ac:chgData name="Landon Jobe" userId="55251da3-2d3c-43a1-b4d1-54fb46a8d636" providerId="ADAL" clId="{2EACC6AE-181B-4902-A892-77AB8530E659}" dt="2026-06-10T21:43:03.072" v="1273" actId="21"/>
          <ac:spMkLst>
            <pc:docMk/>
            <pc:sldMk cId="3654325145" sldId="292"/>
            <ac:spMk id="4" creationId="{29C8655D-15EA-A172-41C1-C7D34FF641E9}"/>
          </ac:spMkLst>
        </pc:spChg>
        <pc:spChg chg="mod">
          <ac:chgData name="Landon Jobe" userId="55251da3-2d3c-43a1-b4d1-54fb46a8d636" providerId="ADAL" clId="{2EACC6AE-181B-4902-A892-77AB8530E659}" dt="2026-06-10T21:49:37.739" v="1298" actId="1076"/>
          <ac:spMkLst>
            <pc:docMk/>
            <pc:sldMk cId="3654325145" sldId="292"/>
            <ac:spMk id="5" creationId="{9FD2E410-3603-67E0-6DF2-CFAD5C0AF30A}"/>
          </ac:spMkLst>
        </pc:spChg>
        <pc:picChg chg="add mod">
          <ac:chgData name="Landon Jobe" userId="55251da3-2d3c-43a1-b4d1-54fb46a8d636" providerId="ADAL" clId="{2EACC6AE-181B-4902-A892-77AB8530E659}" dt="2026-06-10T21:53:19.057" v="1300" actId="1076"/>
          <ac:picMkLst>
            <pc:docMk/>
            <pc:sldMk cId="3654325145" sldId="292"/>
            <ac:picMk id="7" creationId="{9B82A5FB-A32F-7DCD-EAD7-C9BEC2407FA6}"/>
          </ac:picMkLst>
        </pc:picChg>
      </pc:sldChg>
      <pc:sldChg chg="delSp mod">
        <pc:chgData name="Landon Jobe" userId="55251da3-2d3c-43a1-b4d1-54fb46a8d636" providerId="ADAL" clId="{2EACC6AE-181B-4902-A892-77AB8530E659}" dt="2026-06-11T16:10:22.466" v="1329" actId="21"/>
        <pc:sldMkLst>
          <pc:docMk/>
          <pc:sldMk cId="496389557" sldId="293"/>
        </pc:sldMkLst>
        <pc:spChg chg="del">
          <ac:chgData name="Landon Jobe" userId="55251da3-2d3c-43a1-b4d1-54fb46a8d636" providerId="ADAL" clId="{2EACC6AE-181B-4902-A892-77AB8530E659}" dt="2026-06-11T16:10:22.466" v="1329" actId="21"/>
          <ac:spMkLst>
            <pc:docMk/>
            <pc:sldMk cId="496389557" sldId="293"/>
            <ac:spMk id="4" creationId="{7C647385-0F5D-70A6-F01E-D543D54E8E14}"/>
          </ac:spMkLst>
        </pc:spChg>
      </pc:sldChg>
      <pc:sldChg chg="delSp mod">
        <pc:chgData name="Landon Jobe" userId="55251da3-2d3c-43a1-b4d1-54fb46a8d636" providerId="ADAL" clId="{2EACC6AE-181B-4902-A892-77AB8530E659}" dt="2026-06-11T16:10:02.365" v="1328" actId="21"/>
        <pc:sldMkLst>
          <pc:docMk/>
          <pc:sldMk cId="3565010578" sldId="295"/>
        </pc:sldMkLst>
        <pc:spChg chg="del">
          <ac:chgData name="Landon Jobe" userId="55251da3-2d3c-43a1-b4d1-54fb46a8d636" providerId="ADAL" clId="{2EACC6AE-181B-4902-A892-77AB8530E659}" dt="2026-06-11T16:10:02.365" v="1328" actId="21"/>
          <ac:spMkLst>
            <pc:docMk/>
            <pc:sldMk cId="3565010578" sldId="295"/>
            <ac:spMk id="4" creationId="{64629067-77BC-A02B-965B-2ACFC0170332}"/>
          </ac:spMkLst>
        </pc:spChg>
      </pc:sldChg>
    </pc:docChg>
  </pc:docChgLst>
  <pc:docChgLst>
    <pc:chgData name="Peyton Hamel" userId="6fec7a7c-3ce7-4e4d-95c8-5ac955beb2ed" providerId="ADAL" clId="{1E16DE56-ECBB-455A-8F90-04CBF6415438}"/>
    <pc:docChg chg="custSel modSld">
      <pc:chgData name="Peyton Hamel" userId="6fec7a7c-3ce7-4e4d-95c8-5ac955beb2ed" providerId="ADAL" clId="{1E16DE56-ECBB-455A-8F90-04CBF6415438}" dt="2026-06-11T16:28:14.588" v="40" actId="20577"/>
      <pc:docMkLst>
        <pc:docMk/>
      </pc:docMkLst>
      <pc:sldChg chg="modSp mod">
        <pc:chgData name="Peyton Hamel" userId="6fec7a7c-3ce7-4e4d-95c8-5ac955beb2ed" providerId="ADAL" clId="{1E16DE56-ECBB-455A-8F90-04CBF6415438}" dt="2026-06-11T16:24:49.268" v="26" actId="20577"/>
        <pc:sldMkLst>
          <pc:docMk/>
          <pc:sldMk cId="624531282" sldId="262"/>
        </pc:sldMkLst>
        <pc:spChg chg="mod">
          <ac:chgData name="Peyton Hamel" userId="6fec7a7c-3ce7-4e4d-95c8-5ac955beb2ed" providerId="ADAL" clId="{1E16DE56-ECBB-455A-8F90-04CBF6415438}" dt="2026-06-11T16:24:49.268" v="26" actId="20577"/>
          <ac:spMkLst>
            <pc:docMk/>
            <pc:sldMk cId="624531282" sldId="262"/>
            <ac:spMk id="5" creationId="{A80539AA-5EAA-B263-4049-9F81E21C2E4D}"/>
          </ac:spMkLst>
        </pc:spChg>
      </pc:sldChg>
      <pc:sldChg chg="modSp mod">
        <pc:chgData name="Peyton Hamel" userId="6fec7a7c-3ce7-4e4d-95c8-5ac955beb2ed" providerId="ADAL" clId="{1E16DE56-ECBB-455A-8F90-04CBF6415438}" dt="2026-06-11T16:23:02.228" v="21" actId="20577"/>
        <pc:sldMkLst>
          <pc:docMk/>
          <pc:sldMk cId="130086616" sldId="279"/>
        </pc:sldMkLst>
        <pc:spChg chg="mod">
          <ac:chgData name="Peyton Hamel" userId="6fec7a7c-3ce7-4e4d-95c8-5ac955beb2ed" providerId="ADAL" clId="{1E16DE56-ECBB-455A-8F90-04CBF6415438}" dt="2026-06-11T16:22:42.307" v="18" actId="6549"/>
          <ac:spMkLst>
            <pc:docMk/>
            <pc:sldMk cId="130086616" sldId="279"/>
            <ac:spMk id="5" creationId="{019E5C15-BE78-3E93-B20D-F93AD92A1550}"/>
          </ac:spMkLst>
        </pc:spChg>
        <pc:spChg chg="mod">
          <ac:chgData name="Peyton Hamel" userId="6fec7a7c-3ce7-4e4d-95c8-5ac955beb2ed" providerId="ADAL" clId="{1E16DE56-ECBB-455A-8F90-04CBF6415438}" dt="2026-06-11T16:23:02.228" v="21" actId="20577"/>
          <ac:spMkLst>
            <pc:docMk/>
            <pc:sldMk cId="130086616" sldId="279"/>
            <ac:spMk id="7" creationId="{D556409C-5360-BE78-EF3E-C2A64726C0D4}"/>
          </ac:spMkLst>
        </pc:spChg>
      </pc:sldChg>
      <pc:sldChg chg="modSp mod">
        <pc:chgData name="Peyton Hamel" userId="6fec7a7c-3ce7-4e4d-95c8-5ac955beb2ed" providerId="ADAL" clId="{1E16DE56-ECBB-455A-8F90-04CBF6415438}" dt="2026-06-11T16:24:30.565" v="24" actId="6549"/>
        <pc:sldMkLst>
          <pc:docMk/>
          <pc:sldMk cId="2492249764" sldId="280"/>
        </pc:sldMkLst>
        <pc:spChg chg="mod">
          <ac:chgData name="Peyton Hamel" userId="6fec7a7c-3ce7-4e4d-95c8-5ac955beb2ed" providerId="ADAL" clId="{1E16DE56-ECBB-455A-8F90-04CBF6415438}" dt="2026-06-11T16:24:30.565" v="24" actId="6549"/>
          <ac:spMkLst>
            <pc:docMk/>
            <pc:sldMk cId="2492249764" sldId="280"/>
            <ac:spMk id="5" creationId="{F2C5DCD4-5C8D-2EB7-F620-9CF1CBEE2761}"/>
          </ac:spMkLst>
        </pc:spChg>
      </pc:sldChg>
      <pc:sldChg chg="modSp mod">
        <pc:chgData name="Peyton Hamel" userId="6fec7a7c-3ce7-4e4d-95c8-5ac955beb2ed" providerId="ADAL" clId="{1E16DE56-ECBB-455A-8F90-04CBF6415438}" dt="2026-06-11T16:28:14.588" v="40" actId="20577"/>
        <pc:sldMkLst>
          <pc:docMk/>
          <pc:sldMk cId="4164275781" sldId="288"/>
        </pc:sldMkLst>
        <pc:spChg chg="mod">
          <ac:chgData name="Peyton Hamel" userId="6fec7a7c-3ce7-4e4d-95c8-5ac955beb2ed" providerId="ADAL" clId="{1E16DE56-ECBB-455A-8F90-04CBF6415438}" dt="2026-06-11T16:28:14.588" v="40" actId="20577"/>
          <ac:spMkLst>
            <pc:docMk/>
            <pc:sldMk cId="4164275781" sldId="288"/>
            <ac:spMk id="5" creationId="{AEA322E2-F02A-54D4-3623-982578351411}"/>
          </ac:spMkLst>
        </pc:spChg>
      </pc:sldChg>
      <pc:sldChg chg="addSp delSp modSp mod">
        <pc:chgData name="Peyton Hamel" userId="6fec7a7c-3ce7-4e4d-95c8-5ac955beb2ed" providerId="ADAL" clId="{1E16DE56-ECBB-455A-8F90-04CBF6415438}" dt="2026-06-11T16:16:58.007" v="16" actId="207"/>
        <pc:sldMkLst>
          <pc:docMk/>
          <pc:sldMk cId="3565010578" sldId="295"/>
        </pc:sldMkLst>
        <pc:spChg chg="del mod">
          <ac:chgData name="Peyton Hamel" userId="6fec7a7c-3ce7-4e4d-95c8-5ac955beb2ed" providerId="ADAL" clId="{1E16DE56-ECBB-455A-8F90-04CBF6415438}" dt="2026-06-11T16:15:21.510" v="1" actId="478"/>
          <ac:spMkLst>
            <pc:docMk/>
            <pc:sldMk cId="3565010578" sldId="295"/>
            <ac:spMk id="3" creationId="{F7B97F53-7ECA-D235-6CED-098AC29A0DE6}"/>
          </ac:spMkLst>
        </pc:spChg>
        <pc:spChg chg="add mod">
          <ac:chgData name="Peyton Hamel" userId="6fec7a7c-3ce7-4e4d-95c8-5ac955beb2ed" providerId="ADAL" clId="{1E16DE56-ECBB-455A-8F90-04CBF6415438}" dt="2026-06-11T16:16:45.263" v="13" actId="1076"/>
          <ac:spMkLst>
            <pc:docMk/>
            <pc:sldMk cId="3565010578" sldId="295"/>
            <ac:spMk id="4" creationId="{035B6050-49F8-92AC-389C-491844549F2F}"/>
          </ac:spMkLst>
        </pc:spChg>
        <pc:spChg chg="add mod">
          <ac:chgData name="Peyton Hamel" userId="6fec7a7c-3ce7-4e4d-95c8-5ac955beb2ed" providerId="ADAL" clId="{1E16DE56-ECBB-455A-8F90-04CBF6415438}" dt="2026-06-11T16:16:58.007" v="16" actId="207"/>
          <ac:spMkLst>
            <pc:docMk/>
            <pc:sldMk cId="3565010578" sldId="295"/>
            <ac:spMk id="7" creationId="{7450AF20-5CFE-E0D1-C85E-1D38F8E9A1F1}"/>
          </ac:spMkLst>
        </pc:spChg>
        <pc:picChg chg="mod">
          <ac:chgData name="Peyton Hamel" userId="6fec7a7c-3ce7-4e4d-95c8-5ac955beb2ed" providerId="ADAL" clId="{1E16DE56-ECBB-455A-8F90-04CBF6415438}" dt="2026-06-11T16:16:04.568" v="3" actId="1076"/>
          <ac:picMkLst>
            <pc:docMk/>
            <pc:sldMk cId="3565010578" sldId="295"/>
            <ac:picMk id="6" creationId="{3F68AE21-68B1-6AD6-9330-07F1D61B53EB}"/>
          </ac:picMkLst>
        </pc:picChg>
        <pc:inkChg chg="del mod">
          <ac:chgData name="Peyton Hamel" userId="6fec7a7c-3ce7-4e4d-95c8-5ac955beb2ed" providerId="ADAL" clId="{1E16DE56-ECBB-455A-8F90-04CBF6415438}" dt="2026-06-11T16:16:07.653" v="5" actId="478"/>
          <ac:inkMkLst>
            <pc:docMk/>
            <pc:sldMk cId="3565010578" sldId="295"/>
            <ac:inkMk id="10" creationId="{10FE79E7-4A9E-ECD8-E2DE-E1DD9A6597AE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yellow">
            <a:extLst>
              <a:ext uri="{FF2B5EF4-FFF2-40B4-BE49-F238E27FC236}">
                <a16:creationId xmlns:a16="http://schemas.microsoft.com/office/drawing/2014/main" id="{0DCE4F0A-2871-D085-726A-3177B41F67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4" name="Slide Number">
            <a:extLst>
              <a:ext uri="{FF2B5EF4-FFF2-40B4-BE49-F238E27FC236}">
                <a16:creationId xmlns:a16="http://schemas.microsoft.com/office/drawing/2014/main" id="{3F76C27E-04BC-EB3D-B8EE-D8F20B48CFC7}"/>
              </a:ext>
            </a:extLst>
          </p:cNvPr>
          <p:cNvSpPr txBox="1">
            <a:spLocks/>
          </p:cNvSpPr>
          <p:nvPr userDrawn="1"/>
        </p:nvSpPr>
        <p:spPr>
          <a:xfrm>
            <a:off x="23581692" y="12904998"/>
            <a:ext cx="368505" cy="348813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121929"/>
                </a:solidFill>
                <a:effectLst/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1" name="AURIA_LOGO.png" descr="AURIA_LOGO.png">
            <a:extLst>
              <a:ext uri="{FF2B5EF4-FFF2-40B4-BE49-F238E27FC236}">
                <a16:creationId xmlns:a16="http://schemas.microsoft.com/office/drawing/2014/main" id="{ADFA4B96-16F6-9DFF-427A-D2D2124CBF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665" y="457201"/>
            <a:ext cx="8000501" cy="214988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Presentation Title">
            <a:extLst>
              <a:ext uri="{FF2B5EF4-FFF2-40B4-BE49-F238E27FC236}">
                <a16:creationId xmlns:a16="http://schemas.microsoft.com/office/drawing/2014/main" id="{47777592-0A35-94D0-BF68-1769958113B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517684" y="3061823"/>
            <a:ext cx="12432514" cy="65648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5500" b="0" i="0" spc="-232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Cerux Demo</a:t>
            </a:r>
            <a:endParaRPr/>
          </a:p>
        </p:txBody>
      </p:sp>
      <p:sp>
        <p:nvSpPr>
          <p:cNvPr id="44" name="Body Level One…">
            <a:extLst>
              <a:ext uri="{FF2B5EF4-FFF2-40B4-BE49-F238E27FC236}">
                <a16:creationId xmlns:a16="http://schemas.microsoft.com/office/drawing/2014/main" id="{D9723D26-7F32-0747-1399-DEA6A3C215C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730914" y="9781959"/>
            <a:ext cx="12219284" cy="325006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2800" b="1">
                <a:solidFill>
                  <a:schemeClr val="bg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lang="en-US"/>
              <a:t>Edit Text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81B85F-1934-6A80-D2EB-2385C9B0EB7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53154" y="2711354"/>
            <a:ext cx="2611377" cy="10355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4" y="2188777"/>
            <a:ext cx="20147524" cy="9429769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buFontTx/>
              <a:buNone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CA931F0-ED96-1E7F-21E9-86A800ED88BF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B0254259-23CF-FFFC-CBC1-DAF7C33C509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47036C20-7C3B-9005-BB79-9F013C2D0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1706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927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">
    <p:bg>
      <p:bgPr>
        <a:solidFill>
          <a:srgbClr val="8D8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1815C69-2663-44DD-851F-2901673FA8E0}"/>
              </a:ext>
            </a:extLst>
          </p:cNvPr>
          <p:cNvSpPr/>
          <p:nvPr userDrawn="1"/>
        </p:nvSpPr>
        <p:spPr>
          <a:xfrm>
            <a:off x="18057417" y="2040369"/>
            <a:ext cx="6366779" cy="11644741"/>
          </a:xfrm>
          <a:prstGeom prst="rect">
            <a:avLst/>
          </a:prstGeom>
          <a:solidFill>
            <a:srgbClr val="56586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0E2A5247-A252-3FFE-50BF-53F9860A3091}"/>
              </a:ext>
            </a:extLst>
          </p:cNvPr>
          <p:cNvSpPr/>
          <p:nvPr userDrawn="1"/>
        </p:nvSpPr>
        <p:spPr>
          <a:xfrm>
            <a:off x="11697954" y="2050854"/>
            <a:ext cx="6366779" cy="11644741"/>
          </a:xfrm>
          <a:prstGeom prst="rect">
            <a:avLst/>
          </a:prstGeom>
          <a:solidFill>
            <a:srgbClr val="71738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93163C1C-3428-9B4B-78F9-3502683A7124}"/>
              </a:ext>
            </a:extLst>
          </p:cNvPr>
          <p:cNvSpPr/>
          <p:nvPr userDrawn="1"/>
        </p:nvSpPr>
        <p:spPr>
          <a:xfrm>
            <a:off x="5337386" y="2040369"/>
            <a:ext cx="6366779" cy="11644741"/>
          </a:xfrm>
          <a:prstGeom prst="rect">
            <a:avLst/>
          </a:prstGeom>
          <a:solidFill>
            <a:srgbClr val="82848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81A900A8-4A35-DD65-11DD-CE834DD39000}"/>
              </a:ext>
            </a:extLst>
          </p:cNvPr>
          <p:cNvSpPr/>
          <p:nvPr userDrawn="1"/>
        </p:nvSpPr>
        <p:spPr>
          <a:xfrm>
            <a:off x="1192454" y="2037426"/>
            <a:ext cx="24427331" cy="1"/>
          </a:xfrm>
          <a:prstGeom prst="line">
            <a:avLst/>
          </a:prstGeom>
          <a:ln>
            <a:solidFill>
              <a:srgbClr val="DADBDC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1FB165EE-BE9E-3ED2-92BB-E7C877BC1E70}"/>
              </a:ext>
            </a:extLst>
          </p:cNvPr>
          <p:cNvSpPr/>
          <p:nvPr userDrawn="1"/>
        </p:nvSpPr>
        <p:spPr>
          <a:xfrm>
            <a:off x="-19093680" y="5883779"/>
            <a:ext cx="24427331" cy="1"/>
          </a:xfrm>
          <a:prstGeom prst="line">
            <a:avLst/>
          </a:prstGeom>
          <a:ln>
            <a:solidFill>
              <a:srgbClr val="DADBDC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766F29E4-4513-DC09-F96D-7B667D68FB45}"/>
              </a:ext>
            </a:extLst>
          </p:cNvPr>
          <p:cNvSpPr/>
          <p:nvPr userDrawn="1"/>
        </p:nvSpPr>
        <p:spPr>
          <a:xfrm flipH="1">
            <a:off x="5339939" y="2055848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D95608AC-CE60-7852-D213-B3CF80C59DD6}"/>
              </a:ext>
            </a:extLst>
          </p:cNvPr>
          <p:cNvSpPr/>
          <p:nvPr userDrawn="1"/>
        </p:nvSpPr>
        <p:spPr>
          <a:xfrm flipH="1">
            <a:off x="18063284" y="2032663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35C72D92-146C-E437-2137-77208F2A57E7}"/>
              </a:ext>
            </a:extLst>
          </p:cNvPr>
          <p:cNvSpPr/>
          <p:nvPr userDrawn="1"/>
        </p:nvSpPr>
        <p:spPr>
          <a:xfrm flipH="1">
            <a:off x="11701612" y="2032663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970411" y="2537460"/>
            <a:ext cx="5174912" cy="30017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7200"/>
              </a:lnSpc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0159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3621C1F8-BC2F-6E31-532D-7E96244681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900" y="2032663"/>
            <a:ext cx="3120352" cy="3866552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500" b="1" i="0" spc="300">
                <a:solidFill>
                  <a:srgbClr val="FDBA3F"/>
                </a:solidFill>
                <a:latin typeface="Sinter" panose="02000000000000000000" pitchFamily="2" charset="77"/>
              </a:defRPr>
            </a:lvl1pPr>
            <a:lvl2pPr marL="609600" indent="0">
              <a:buFontTx/>
              <a:buNone/>
              <a:defRPr sz="2500" b="1" i="0">
                <a:latin typeface="Sinter" panose="02000000000000000000" pitchFamily="2" charset="77"/>
              </a:defRPr>
            </a:lvl2pPr>
            <a:lvl3pPr marL="1219200" indent="0">
              <a:buFontTx/>
              <a:buNone/>
              <a:defRPr sz="2500" b="1" i="0">
                <a:latin typeface="Sinter" panose="02000000000000000000" pitchFamily="2" charset="77"/>
              </a:defRPr>
            </a:lvl3pPr>
            <a:lvl4pPr marL="1828800" indent="0">
              <a:buFontTx/>
              <a:buNone/>
              <a:defRPr sz="2500" b="1" i="0">
                <a:latin typeface="Sinter" panose="02000000000000000000" pitchFamily="2" charset="77"/>
              </a:defRPr>
            </a:lvl4pPr>
            <a:lvl5pPr marL="2438400" indent="0">
              <a:buFontTx/>
              <a:buNone/>
              <a:defRPr sz="2500" b="1" i="0">
                <a:latin typeface="Sinter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95083F-FC16-2D36-6C3E-946624D714CA}"/>
              </a:ext>
            </a:extLst>
          </p:cNvPr>
          <p:cNvCxnSpPr/>
          <p:nvPr userDrawn="1"/>
        </p:nvCxnSpPr>
        <p:spPr>
          <a:xfrm>
            <a:off x="23202214" y="1292968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2FAB765-3B2E-476F-B17F-79C6FD4ABF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1785" y="1292968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728E8D1-A5CB-3A3C-C442-7AF771EA8B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34132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3BB5E3CD-5142-CF44-158F-F0BC907073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687131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26EC158-B056-3C4A-4C5C-D1A3661373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34132" y="2537224"/>
            <a:ext cx="5164443" cy="3001963"/>
          </a:xfrm>
        </p:spPr>
        <p:txBody>
          <a:bodyPr anchor="b">
            <a:normAutofit/>
          </a:bodyPr>
          <a:lstStyle>
            <a:lvl1pPr marL="0" indent="0">
              <a:lnSpc>
                <a:spcPts val="7200"/>
              </a:lnSpc>
              <a:buFontTx/>
              <a:buNone/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  <a:lvl2pPr marL="6096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2pPr>
            <a:lvl3pPr marL="12192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3pPr>
            <a:lvl4pPr marL="18288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4pPr>
            <a:lvl5pPr marL="24384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3E72C3A1-E73F-DEFD-F23E-92A044D10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31920" y="2537224"/>
            <a:ext cx="5174911" cy="3001963"/>
          </a:xfrm>
        </p:spPr>
        <p:txBody>
          <a:bodyPr anchor="b">
            <a:normAutofit/>
          </a:bodyPr>
          <a:lstStyle>
            <a:lvl1pPr marL="0" indent="0">
              <a:lnSpc>
                <a:spcPts val="7200"/>
              </a:lnSpc>
              <a:buFontTx/>
              <a:buNone/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  <a:lvl2pPr marL="6096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2pPr>
            <a:lvl3pPr marL="12192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3pPr>
            <a:lvl4pPr marL="18288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4pPr>
            <a:lvl5pPr marL="24384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1029509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Scheduling Module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3391502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8243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Sensor Tasking Module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877967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2122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KOS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5870844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9363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A0A8CD59-DF91-3CE8-4CF6-4D9695E873BC}"/>
              </a:ext>
            </a:extLst>
          </p:cNvPr>
          <p:cNvSpPr/>
          <p:nvPr userDrawn="1"/>
        </p:nvSpPr>
        <p:spPr>
          <a:xfrm>
            <a:off x="4987990" y="-22358"/>
            <a:ext cx="19488218" cy="13760716"/>
          </a:xfrm>
          <a:prstGeom prst="rect">
            <a:avLst/>
          </a:prstGeom>
          <a:solidFill>
            <a:srgbClr val="1C2E5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" name="spacex-TV2gg2kZD1o-unsplash.jpg" descr="spacex-TV2gg2kZD1o-unsplash.jpg">
            <a:extLst>
              <a:ext uri="{FF2B5EF4-FFF2-40B4-BE49-F238E27FC236}">
                <a16:creationId xmlns:a16="http://schemas.microsoft.com/office/drawing/2014/main" id="{59CB8605-71B9-E6F9-FB65-D9CF58764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5364"/>
          </a:blip>
          <a:srcRect t="10093" r="15947" b="749"/>
          <a:stretch/>
        </p:blipFill>
        <p:spPr>
          <a:xfrm>
            <a:off x="4988005" y="0"/>
            <a:ext cx="19395995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51DC0C01-3CDB-7C2B-663E-84A5976C3BAB}"/>
              </a:ext>
            </a:extLst>
          </p:cNvPr>
          <p:cNvSpPr/>
          <p:nvPr userDrawn="1"/>
        </p:nvSpPr>
        <p:spPr>
          <a:xfrm>
            <a:off x="1655885" y="2963873"/>
            <a:ext cx="3332223" cy="10752127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2BB58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66DDCD12-8F11-A57F-C3E9-43210106BA11}"/>
              </a:ext>
            </a:extLst>
          </p:cNvPr>
          <p:cNvGrpSpPr/>
          <p:nvPr userDrawn="1"/>
        </p:nvGrpSpPr>
        <p:grpSpPr>
          <a:xfrm>
            <a:off x="-16505" y="9867879"/>
            <a:ext cx="3934329" cy="3848121"/>
            <a:chOff x="598730" y="0"/>
            <a:chExt cx="3934328" cy="3848119"/>
          </a:xfrm>
        </p:grpSpPr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5FDDD655-2B6A-8EDD-DB88-798E82E02DCF}"/>
                </a:ext>
              </a:extLst>
            </p:cNvPr>
            <p:cNvSpPr/>
            <p:nvPr/>
          </p:nvSpPr>
          <p:spPr>
            <a:xfrm>
              <a:off x="598730" y="0"/>
              <a:ext cx="2447638" cy="3848119"/>
            </a:xfrm>
            <a:prstGeom prst="rect">
              <a:avLst/>
            </a:prstGeom>
            <a:solidFill>
              <a:srgbClr val="1C2E5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8527F7D5-85FC-A4A0-06CC-D543618182A9}"/>
                </a:ext>
              </a:extLst>
            </p:cNvPr>
            <p:cNvSpPr/>
            <p:nvPr/>
          </p:nvSpPr>
          <p:spPr>
            <a:xfrm>
              <a:off x="1703013" y="2319341"/>
              <a:ext cx="2830045" cy="1528778"/>
            </a:xfrm>
            <a:prstGeom prst="rect">
              <a:avLst/>
            </a:prstGeom>
            <a:solidFill>
              <a:srgbClr val="1C2E5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" name="Rectangle">
            <a:extLst>
              <a:ext uri="{FF2B5EF4-FFF2-40B4-BE49-F238E27FC236}">
                <a16:creationId xmlns:a16="http://schemas.microsoft.com/office/drawing/2014/main" id="{DB767DD7-E45C-F027-A598-27FEA29035CD}"/>
              </a:ext>
            </a:extLst>
          </p:cNvPr>
          <p:cNvSpPr/>
          <p:nvPr userDrawn="1"/>
        </p:nvSpPr>
        <p:spPr>
          <a:xfrm>
            <a:off x="794433" y="2722972"/>
            <a:ext cx="873244" cy="250006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9" name="AURIA_LOGO.png" descr="AURIA_LOGO.png">
            <a:extLst>
              <a:ext uri="{FF2B5EF4-FFF2-40B4-BE49-F238E27FC236}">
                <a16:creationId xmlns:a16="http://schemas.microsoft.com/office/drawing/2014/main" id="{9E922791-7282-9DDF-F90D-C8690A9D0A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6968" y="894233"/>
            <a:ext cx="3282126" cy="88197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EEB80B34-5966-BE8B-3286-0213260F733C}"/>
              </a:ext>
            </a:extLst>
          </p:cNvPr>
          <p:cNvSpPr/>
          <p:nvPr userDrawn="1"/>
        </p:nvSpPr>
        <p:spPr>
          <a:xfrm>
            <a:off x="4928714" y="13034861"/>
            <a:ext cx="2201630" cy="699778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2BB58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7130344" y="2963873"/>
            <a:ext cx="16071867" cy="759744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14BDA7-A469-9488-A481-5B5B7142820D}"/>
              </a:ext>
            </a:extLst>
          </p:cNvPr>
          <p:cNvCxnSpPr/>
          <p:nvPr userDrawn="1"/>
        </p:nvCxnSpPr>
        <p:spPr>
          <a:xfrm>
            <a:off x="23202214" y="1290499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3613449-8E6B-56A5-9320-42F7BD8A84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6760E4-D300-DF57-5512-282ADF2FB3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08545" y="3476819"/>
            <a:ext cx="2059971" cy="81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885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81692" y="12904998"/>
            <a:ext cx="368505" cy="348813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b">
            <a:spAutoFit/>
          </a:bodyPr>
          <a:lstStyle>
            <a:lvl1pPr defTabSz="584200">
              <a:defRPr sz="1600" b="0" i="0">
                <a:solidFill>
                  <a:srgbClr val="000000"/>
                </a:solidFill>
                <a:latin typeface="Sinter Light" panose="02000000000000000000" pitchFamily="2" charset="77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562A2E-FBD3-ECDA-9381-58AB618A27D9}"/>
              </a:ext>
            </a:extLst>
          </p:cNvPr>
          <p:cNvCxnSpPr/>
          <p:nvPr userDrawn="1"/>
        </p:nvCxnSpPr>
        <p:spPr>
          <a:xfrm>
            <a:off x="23202214" y="1290499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5" r:id="rId4"/>
    <p:sldLayoutId id="2147483654" r:id="rId5"/>
    <p:sldLayoutId id="2147483660" r:id="rId6"/>
    <p:sldLayoutId id="2147483658" r:id="rId7"/>
    <p:sldLayoutId id="2147483661" r:id="rId8"/>
    <p:sldLayoutId id="2147483659" r:id="rId9"/>
    <p:sldLayoutId id="2147483662" r:id="rId10"/>
    <p:sldLayoutId id="2147483657" r:id="rId11"/>
  </p:sldLayoutIdLst>
  <p:transition spd="med"/>
  <p:hf hdr="0" dt="0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chemeClr val="accent1"/>
        </a:buClr>
        <a:buSzPct val="123000"/>
        <a:buFont typeface="System Font Regular"/>
        <a:buChar char="-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26BDDF-A3A8-8690-A940-25B90936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7684" y="3395652"/>
            <a:ext cx="12432514" cy="6564863"/>
          </a:xfrm>
        </p:spPr>
        <p:txBody>
          <a:bodyPr>
            <a:normAutofit fontScale="90000"/>
          </a:bodyPr>
          <a:lstStyle/>
          <a:p>
            <a:r>
              <a:rPr lang="en-US"/>
              <a:t>Preliminary Research and Operational Analysis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230CD3-0CCC-9A58-D48C-830A0F50987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1624299" y="9960515"/>
            <a:ext cx="12219284" cy="3250068"/>
          </a:xfrm>
        </p:spPr>
        <p:txBody>
          <a:bodyPr/>
          <a:lstStyle/>
          <a:p>
            <a:r>
              <a:rPr lang="en-US"/>
              <a:t>Jacob Labasi, William Labasi, Landon Jobe</a:t>
            </a:r>
          </a:p>
        </p:txBody>
      </p:sp>
    </p:spTree>
    <p:extLst>
      <p:ext uri="{BB962C8B-B14F-4D97-AF65-F5344CB8AC3E}">
        <p14:creationId xmlns:p14="http://schemas.microsoft.com/office/powerpoint/2010/main" val="303787561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6CC5-B3AC-0FF5-B4E0-FAE7516B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Phase 1: System Selection and Recommendations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D4683-1586-9C4A-AE17-44935FA0B86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6939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C3A5B2-18FD-93C0-DD5E-337DE3A0FD7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3E9827-B914-0727-295B-03FB0AA3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4419" y="1275347"/>
            <a:ext cx="19818148" cy="2536932"/>
          </a:xfrm>
        </p:spPr>
        <p:txBody>
          <a:bodyPr/>
          <a:lstStyle/>
          <a:p>
            <a:r>
              <a:rPr lang="en-US">
                <a:latin typeface="Sinter X-Light"/>
              </a:rPr>
              <a:t>Goal and Deliverables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706D1-F7CB-86C8-7E3A-866AE3C718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34168" y="3842711"/>
            <a:ext cx="19818398" cy="7676981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>
                <a:latin typeface="Sinter Light"/>
              </a:rPr>
              <a:t>Goal: Decide what the digitial twin represents and research both systems (ground vs space)</a:t>
            </a:r>
          </a:p>
          <a:p>
            <a:r>
              <a:rPr lang="en-US">
                <a:solidFill>
                  <a:srgbClr val="FFFFFF"/>
                </a:solidFill>
                <a:latin typeface="Sinter Light"/>
              </a:rPr>
              <a:t>Deliverables:</a:t>
            </a:r>
          </a:p>
          <a:p>
            <a:pPr marL="685800" indent="-685800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Sinter Light"/>
              </a:rPr>
              <a:t>Trade study (ground vs space system)</a:t>
            </a:r>
          </a:p>
          <a:p>
            <a:pPr marL="685800" indent="-685800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Sinter Light"/>
              </a:rPr>
              <a:t>Recommendation for which system</a:t>
            </a:r>
          </a:p>
          <a:p>
            <a:pPr marL="685800" indent="-685800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Sinter Light"/>
              </a:rPr>
              <a:t>Initial system requirements</a:t>
            </a:r>
          </a:p>
        </p:txBody>
      </p:sp>
    </p:spTree>
    <p:extLst>
      <p:ext uri="{BB962C8B-B14F-4D97-AF65-F5344CB8AC3E}">
        <p14:creationId xmlns:p14="http://schemas.microsoft.com/office/powerpoint/2010/main" val="202918660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8961C5-D493-3481-3A8A-52BBCCAC35F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123EE8-8C52-A3C0-C8F6-07A62C2D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Where are we in Project Development?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68AE21-68B1-6AD6-9330-07F1D61B5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339" y="2196946"/>
            <a:ext cx="16675321" cy="106157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5B6050-49F8-92AC-389C-491844549F2F}"/>
              </a:ext>
            </a:extLst>
          </p:cNvPr>
          <p:cNvSpPr/>
          <p:nvPr/>
        </p:nvSpPr>
        <p:spPr>
          <a:xfrm>
            <a:off x="5756224" y="2353456"/>
            <a:ext cx="2938072" cy="1633928"/>
          </a:xfrm>
          <a:prstGeom prst="rect">
            <a:avLst/>
          </a:prstGeom>
          <a:noFill/>
          <a:ln w="38100" cap="flat">
            <a:solidFill>
              <a:srgbClr val="FEBF1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450AF20-5CFE-E0D1-C85E-1D38F8E9A1F1}"/>
              </a:ext>
            </a:extLst>
          </p:cNvPr>
          <p:cNvSpPr/>
          <p:nvPr/>
        </p:nvSpPr>
        <p:spPr>
          <a:xfrm>
            <a:off x="3335311" y="2840636"/>
            <a:ext cx="2233535" cy="659567"/>
          </a:xfrm>
          <a:prstGeom prst="rightArrow">
            <a:avLst/>
          </a:prstGeom>
          <a:solidFill>
            <a:srgbClr val="FEBE1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650105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E0552B-6B13-A270-8718-4B66A9CD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Ground vs. Satellite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0383F4-A47D-CDBE-84F4-07C9A77E4EE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1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EAF8-29E6-801B-F053-B3DC0A59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9BA89-1D37-7743-1CF3-9765068DC0A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E77ED45C-306B-262C-6130-7DF3B2163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/>
              <a:t>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6C098B-36EF-B1FB-12AF-B932B7366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758627"/>
              </p:ext>
            </p:extLst>
          </p:nvPr>
        </p:nvGraphicFramePr>
        <p:xfrm>
          <a:off x="2020239" y="2433943"/>
          <a:ext cx="20147524" cy="9174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73762">
                  <a:extLst>
                    <a:ext uri="{9D8B030D-6E8A-4147-A177-3AD203B41FA5}">
                      <a16:colId xmlns:a16="http://schemas.microsoft.com/office/drawing/2014/main" val="2136842785"/>
                    </a:ext>
                  </a:extLst>
                </a:gridCol>
                <a:gridCol w="10073762">
                  <a:extLst>
                    <a:ext uri="{9D8B030D-6E8A-4147-A177-3AD203B41FA5}">
                      <a16:colId xmlns:a16="http://schemas.microsoft.com/office/drawing/2014/main" val="1727266268"/>
                    </a:ext>
                  </a:extLst>
                </a:gridCol>
              </a:tblGrid>
              <a:tr h="1351994">
                <a:tc>
                  <a:txBody>
                    <a:bodyPr/>
                    <a:lstStyle/>
                    <a:p>
                      <a:r>
                        <a:rPr lang="en-US" sz="6000"/>
                        <a:t>Ground 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6000"/>
                        <a:t>Satellite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32915"/>
                  </a:ext>
                </a:extLst>
              </a:tr>
              <a:tr h="7822921">
                <a:tc>
                  <a:txBody>
                    <a:bodyPr/>
                    <a:lstStyle/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00FF00"/>
                          </a:highlight>
                        </a:rPr>
                        <a:t>Somewhat easier to find information on technology, tracking methods, etc.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00FF00"/>
                          </a:highlight>
                        </a:rPr>
                        <a:t>Reliable communication, control, and access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00FF00"/>
                          </a:highlight>
                        </a:rPr>
                        <a:t>Immediate data analyzation once received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FFFF00"/>
                          </a:highlight>
                        </a:rPr>
                        <a:t>Latency in communication with satellite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FFFF00"/>
                          </a:highlight>
                        </a:rPr>
                        <a:t>Can only track for minutes at a time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FFFF00"/>
                          </a:highlight>
                        </a:rPr>
                        <a:t>Geographical and weather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0" indent="-5715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00FF00"/>
                          </a:highlight>
                        </a:rPr>
                        <a:t>Real-time data collection</a:t>
                      </a:r>
                    </a:p>
                    <a:p>
                      <a:pPr marL="571500" indent="-5715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00FF00"/>
                          </a:highlight>
                        </a:rPr>
                        <a:t>Maneuverable</a:t>
                      </a:r>
                    </a:p>
                    <a:p>
                      <a:pPr marL="571500" indent="-5715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00FF00"/>
                          </a:highlight>
                        </a:rPr>
                        <a:t>Reduced ground dependency</a:t>
                      </a:r>
                    </a:p>
                    <a:p>
                      <a:pPr marL="571500" indent="-5715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FFFF00"/>
                          </a:highlight>
                        </a:rPr>
                        <a:t>Complexity</a:t>
                      </a:r>
                    </a:p>
                    <a:p>
                      <a:pPr marL="571500" indent="-5715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FFFF00"/>
                          </a:highlight>
                        </a:rPr>
                        <a:t>Sensor capabilities</a:t>
                      </a:r>
                    </a:p>
                    <a:p>
                      <a:pPr marL="571500" indent="-5715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400">
                          <a:highlight>
                            <a:srgbClr val="FFFF00"/>
                          </a:highlight>
                        </a:rPr>
                        <a:t>Vulnerable to debris, radiation, and interference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575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22336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6065-ACEE-3AF7-92ED-41FE49BA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69D4C9E-9263-904E-2F23-7E4A9718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Required Technologies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2EAD16-4589-FB0D-E209-1A1DD68C2DF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272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3677-06BE-D692-0D81-D183FCB0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7D1C4B-39E4-D619-23A0-56EAF2DBD51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2B82F33B-27A2-7948-0409-92B9341E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Ground Antenna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532994-E47E-A045-3BC2-880D560D1E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50800" tIns="50800" rIns="50800" bIns="50800" anchor="t"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Antenna &amp; Radio Frequency (RF) Modeling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Ground Station Communications 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Weather &amp; Environmental Monitoring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Mechanical Monitoring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F8483-C099-A378-53DD-83A4D376D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>
                <a:latin typeface="Sinter Light"/>
              </a:rPr>
              <a:t>Ground vs Satellite Tech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D37F66-98B2-609D-2A6C-BB9B52EF9A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50800" tIns="50800" rIns="50800" bIns="50800" anchor="t"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Orbital Mechanics &amp; Mission Analysis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Guidance, Navigation, &amp; Control (GNC)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Space Environment Modeling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Space Domain Awareness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Satellite Communications </a:t>
            </a:r>
            <a:endParaRPr lang="en-US"/>
          </a:p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E25129-0B21-6A4A-BB6C-74992B2E01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lIns="50800" tIns="50800" rIns="50800" bIns="50800" anchor="t"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Digital Twin Modeling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Data Integration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Databases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Visualization Dashboards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AI / ML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Cybersecurity </a:t>
            </a:r>
            <a:endParaRPr lang="en-US"/>
          </a:p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CC4899-AADD-CE49-ED50-C2255E7EEA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Satellite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1F8460-0CE7-4A94-8AE3-9DDB3DC07A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Both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1128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84C5-BAC6-DC4A-07DE-88EEA23A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75D688E-6CD5-49BD-8F74-89B7D856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Framework Use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6DADAA-B0A9-B63A-AFC5-CF1777CAB12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9656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8DC8C-A299-1B4D-7FE6-9132A48E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C11066-AAA4-418E-FF5A-AF8D88F6255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33123-087A-87C3-C44E-8E3AD0CF5B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50800" tIns="50800" rIns="50800" bIns="50800" anchor="t">
            <a:normAutofit fontScale="85000" lnSpcReduction="10000"/>
          </a:bodyPr>
          <a:lstStyle/>
          <a:p>
            <a:r>
              <a:rPr lang="en-US"/>
              <a:t>Initial research suggests replicating a satellite-based space object tracking and communication system, as it offers better applications. The satellite option provides a stronger long-term value, greater possibilities for future applications, continuous object analysis (red vs. blue), and mobility beyond a single ground location. Although a ground antenna or telescope would be simpler, less complex, and possibly cheaper, the space system's benefits for Auria’s mission outweigh those of the ground system.</a:t>
            </a:r>
          </a:p>
          <a:p>
            <a:r>
              <a:rPr lang="en-US"/>
              <a:t>The recommended approach is a hybrid modeling satellite/tracking digital twin—combining physics-based, data-driven, and AI-assisted models—that simulates: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Satellite position and orbit behavior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Object tracking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Communications (link quality, speed, resilience, etc.)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latin typeface="Sinter Light"/>
              </a:rPr>
              <a:t>Environmental effects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0698D3FF-E5EA-C81C-59AC-6BD1AB896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>
                <a:latin typeface="Sinter X-Light"/>
              </a:rPr>
              <a:t>Framework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84EE23A-8D9B-F0A6-D66F-B1FE1491DFAD}"/>
              </a:ext>
            </a:extLst>
          </p:cNvPr>
          <p:cNvSpPr txBox="1">
            <a:spLocks/>
          </p:cNvSpPr>
          <p:nvPr/>
        </p:nvSpPr>
        <p:spPr>
          <a:xfrm>
            <a:off x="10787330" y="7040716"/>
            <a:ext cx="20147524" cy="9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>
                <a:schemeClr val="accent1"/>
              </a:buClr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121929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1pPr>
            <a:lvl2pPr marL="60960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2pPr>
            <a:lvl3pPr marL="121920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3pPr>
            <a:lvl4pPr marL="182880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4pPr>
            <a:lvl5pPr marL="243840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457200" indent="-457200" hangingPunct="1">
              <a:buFont typeface="Arial"/>
              <a:buChar char="•"/>
            </a:pPr>
            <a:r>
              <a:rPr lang="en-US" sz="2700">
                <a:latin typeface="Sinter Light"/>
              </a:rPr>
              <a:t>Friendly vs. Unknown/debris/threat idenfification </a:t>
            </a: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Sinter Light"/>
              </a:rPr>
              <a:t>Basic cyber and mission scenario testing</a:t>
            </a:r>
            <a:endParaRPr lang="en-US" sz="2700"/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Sinter Light"/>
              </a:rPr>
              <a:t>Satellite health and subsytem monitoring</a:t>
            </a:r>
            <a:endParaRPr lang="en-US" sz="2700"/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Sinter Light"/>
              </a:rPr>
              <a:t>Collision avoidance and conjunction analysis</a:t>
            </a:r>
            <a:endParaRPr lang="en-US" sz="2700"/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Sinter Light"/>
              </a:rPr>
              <a:t>Mission readiness and operational analysis</a:t>
            </a:r>
            <a:endParaRPr lang="en-US" sz="2700"/>
          </a:p>
          <a:p>
            <a:pPr hangingPunct="1"/>
            <a:endParaRPr lang="en-US"/>
          </a:p>
          <a:p>
            <a:pPr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9240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2A57-682E-6E9E-C388-64475501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7E058F5-B92A-F4F0-3F02-25354AA16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Major Satellite Subsystems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529C18-BCE7-0BD8-3C12-A620CE3143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189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A3AC-5671-8567-0266-1C99799C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1B009-593F-F3C0-C50A-EC8D57D77DE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E5C15-BE78-3E93-B20D-F93AD92A15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6564" y="2188777"/>
            <a:ext cx="9905221" cy="942976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Electronics and Avionics</a:t>
            </a:r>
          </a:p>
          <a:p>
            <a:pPr marL="1066800" lvl="1" indent="-457200">
              <a:buFont typeface="Arial" panose="020B0604020202020204" pitchFamily="34" charset="0"/>
              <a:buChar char="•"/>
            </a:pPr>
            <a:r>
              <a:rPr lang="en-US"/>
              <a:t>Command and Data Handling (C&amp;DH), onboard software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GNC</a:t>
            </a:r>
          </a:p>
          <a:p>
            <a:pPr marL="1066800" lvl="1" indent="-457200">
              <a:buFont typeface="Arial" panose="020B0604020202020204" pitchFamily="34" charset="0"/>
              <a:buChar char="•"/>
            </a:pPr>
            <a:r>
              <a:rPr lang="en-US"/>
              <a:t>Attitude and Orbit Control System (AOCS), sensors, actuators, propulsion subsystem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Communication</a:t>
            </a:r>
          </a:p>
          <a:p>
            <a:pPr marL="1066800" lvl="1" indent="-457200">
              <a:buFont typeface="Arial" panose="020B0604020202020204" pitchFamily="34" charset="0"/>
              <a:buChar char="•"/>
            </a:pPr>
            <a:r>
              <a:rPr lang="en-US"/>
              <a:t>Telemetry, Tracking, and Control (TT&amp;C), antennas, transponders and receivers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32FEFD46-1C1B-2D46-4833-3EBDD382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/>
              <a:t>Major Satellite Subsystems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556409C-5360-BE78-EF3E-C2A64726C0D4}"/>
              </a:ext>
            </a:extLst>
          </p:cNvPr>
          <p:cNvSpPr txBox="1">
            <a:spLocks/>
          </p:cNvSpPr>
          <p:nvPr/>
        </p:nvSpPr>
        <p:spPr>
          <a:xfrm>
            <a:off x="12892217" y="2188777"/>
            <a:ext cx="9905221" cy="9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>
                <a:schemeClr val="accent1"/>
              </a:buClr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121929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1pPr>
            <a:lvl2pPr marL="60960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2pPr>
            <a:lvl3pPr marL="121920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3pPr>
            <a:lvl4pPr marL="182880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4pPr>
            <a:lvl5pPr marL="2438400" marR="0" indent="0" algn="l" defTabSz="2438338" rtl="0" latinLnBrk="0">
              <a:lnSpc>
                <a:spcPts val="5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/>
              <a:t>Power</a:t>
            </a:r>
          </a:p>
          <a:p>
            <a:pPr marL="1066800" lvl="1" indent="-457200" hangingPunct="1">
              <a:buFont typeface="Arial" panose="020B0604020202020204" pitchFamily="34" charset="0"/>
              <a:buChar char="•"/>
            </a:pPr>
            <a:r>
              <a:rPr lang="en-US"/>
              <a:t>Power Control System, solar arrays, batteries</a:t>
            </a:r>
          </a:p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/>
              <a:t>Propulsion</a:t>
            </a:r>
          </a:p>
          <a:p>
            <a:pPr marL="1066800" lvl="1" indent="-457200" hangingPunct="1">
              <a:buFont typeface="Arial" panose="020B0604020202020204" pitchFamily="34" charset="0"/>
              <a:buChar char="•"/>
            </a:pPr>
            <a:r>
              <a:rPr lang="en-US"/>
              <a:t>Chemical, electrical, cold gas</a:t>
            </a:r>
          </a:p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/>
              <a:t>Thermal</a:t>
            </a:r>
          </a:p>
          <a:p>
            <a:pPr marL="1066800" lvl="1" indent="-457200" hangingPunct="1">
              <a:buFont typeface="Arial" panose="020B0604020202020204" pitchFamily="34" charset="0"/>
              <a:buChar char="•"/>
            </a:pPr>
            <a:r>
              <a:rPr lang="en-US"/>
              <a:t>Heat pipes, heaters, radiators, multi-layer insulation</a:t>
            </a:r>
          </a:p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/>
              <a:t>Payload</a:t>
            </a:r>
          </a:p>
          <a:p>
            <a:pPr marL="1066800" lvl="1" indent="-457200" hangingPunct="1">
              <a:buFont typeface="Arial" panose="020B0604020202020204" pitchFamily="34" charset="0"/>
              <a:buChar char="•"/>
            </a:pPr>
            <a:r>
              <a:rPr lang="en-US"/>
              <a:t>Mission-dependent</a:t>
            </a:r>
          </a:p>
        </p:txBody>
      </p:sp>
    </p:spTree>
    <p:extLst>
      <p:ext uri="{BB962C8B-B14F-4D97-AF65-F5344CB8AC3E}">
        <p14:creationId xmlns:p14="http://schemas.microsoft.com/office/powerpoint/2010/main" val="13008661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1003B3-5D1E-416C-30A1-067B94C61DC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D2E410-3603-67E0-6DF2-CFAD5C0A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237" y="404132"/>
            <a:ext cx="20147525" cy="1220598"/>
          </a:xfrm>
        </p:spPr>
        <p:txBody>
          <a:bodyPr/>
          <a:lstStyle/>
          <a:p>
            <a:r>
              <a:rPr lang="en-US"/>
              <a:t>Subsystem Interaction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2A5FB-A32F-7DCD-EAD7-C9BEC2407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14" y="2053911"/>
            <a:ext cx="11905570" cy="114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2514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FDBE3-F92E-5443-EE86-05A91F6D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DFA6B45-1A1A-09C3-9D7F-94864014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Space Domain Awareness (SDA) and Rendezvous &amp; Proximity Operation (RPO)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D9D1E8-3BEF-10E7-728E-77DB47659BC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1753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0725-D8AF-0D15-F708-829650AE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AB79D-37B9-5194-CDE7-7950D1FDB06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5DCD4-5C8D-2EB7-F620-9CF1CBEE27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6563" y="2188777"/>
            <a:ext cx="21953077" cy="9429769"/>
          </a:xfrm>
        </p:spPr>
        <p:txBody>
          <a:bodyPr numCol="2"/>
          <a:lstStyle/>
          <a:p>
            <a:pPr algn="just">
              <a:lnSpc>
                <a:spcPct val="100000"/>
              </a:lnSpc>
            </a:pPr>
            <a:r>
              <a:rPr lang="en-US" i="1" u="sng"/>
              <a:t>Space Domain Awareness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Addresses satellite detection, tracking, characterization, threat warning and assessment, data integration, and identification of unknown objects.</a:t>
            </a:r>
          </a:p>
          <a:p>
            <a:pPr algn="just">
              <a:lnSpc>
                <a:spcPct val="100000"/>
              </a:lnSpc>
            </a:pPr>
            <a:r>
              <a:rPr lang="en-US" i="1" u="sng"/>
              <a:t>AI support through: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Catalogue maintenance and uncorrelated tasks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Orbit determination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Collision assessment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Sensor tasking, scheduling, and prioritization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Data Collection and Integration</a:t>
            </a:r>
          </a:p>
          <a:p>
            <a:pPr>
              <a:lnSpc>
                <a:spcPct val="100000"/>
              </a:lnSpc>
            </a:pPr>
            <a:r>
              <a:rPr lang="en-US" i="1" u="sng"/>
              <a:t>Rendezvous and Proximity Operation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Describes maneuvering against other satellites, is highly complex and time consuming</a:t>
            </a:r>
          </a:p>
          <a:p>
            <a:pPr algn="just">
              <a:lnSpc>
                <a:spcPct val="100000"/>
              </a:lnSpc>
            </a:pPr>
            <a:r>
              <a:rPr lang="en-US" i="1" u="sng"/>
              <a:t>AI Enhancement: Orbital Warfare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Object and movement detection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Autonomous GNC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Data filtering and prioritization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Autonomous Bus subsystem management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Dynamic communications management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E5F61EEB-B420-9AC1-7D52-7050092C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/>
              <a:t>SDA and RPO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C24D-1441-BA50-4E71-02CB7CC15145}"/>
              </a:ext>
            </a:extLst>
          </p:cNvPr>
          <p:cNvSpPr txBox="1"/>
          <p:nvPr/>
        </p:nvSpPr>
        <p:spPr>
          <a:xfrm>
            <a:off x="12246037" y="2226365"/>
            <a:ext cx="11293604" cy="9541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rtlCol="0" anchor="t">
            <a:spAutoFit/>
          </a:bodyPr>
          <a:lstStyle/>
          <a:p>
            <a:pPr algn="l">
              <a:lnSpc>
                <a:spcPts val="5200"/>
              </a:lnSpc>
            </a:pPr>
            <a:endParaRPr lang="en-US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77864-FF6A-EDEC-EE35-3B089D01AF82}"/>
              </a:ext>
            </a:extLst>
          </p:cNvPr>
          <p:cNvSpPr txBox="1"/>
          <p:nvPr/>
        </p:nvSpPr>
        <p:spPr>
          <a:xfrm>
            <a:off x="12246037" y="2188777"/>
            <a:ext cx="11031405" cy="9300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rtlCol="0" anchor="t">
            <a:spAutoFit/>
          </a:bodyPr>
          <a:lstStyle/>
          <a:p>
            <a:pPr algn="l">
              <a:lnSpc>
                <a:spcPts val="5200"/>
              </a:lnSpc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49224976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2C3B-8AA1-8B48-EBA0-B47BF2C0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6D29FF7-0825-1945-5E30-39764479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Inputs and Outputs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292274-AD38-4F9C-1BE3-B4A67F50B7F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0112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94B3CB-4276-DBD2-E5F7-5D932EC8921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539AA-5EAA-B263-4049-9F81E21C2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6563" y="2188777"/>
            <a:ext cx="21953077" cy="9599032"/>
          </a:xfrm>
        </p:spPr>
        <p:txBody>
          <a:bodyPr numCol="2"/>
          <a:lstStyle/>
          <a:p>
            <a:r>
              <a:rPr lang="en-US" sz="4000" b="1" i="1" u="sng"/>
              <a:t>Inputs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Satellite telemetry: </a:t>
            </a:r>
            <a:r>
              <a:rPr lang="en-US"/>
              <a:t>sensor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Orbital state vectors: </a:t>
            </a:r>
            <a:r>
              <a:rPr lang="en-US"/>
              <a:t>position vectors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Space surveillance tracking data: </a:t>
            </a:r>
            <a:r>
              <a:rPr lang="en-US"/>
              <a:t>tracking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Environmental conditions: </a:t>
            </a:r>
            <a:r>
              <a:rPr lang="en-US"/>
              <a:t>pre-launch, post-launch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Mission objectives: </a:t>
            </a:r>
            <a:r>
              <a:rPr lang="en-US"/>
              <a:t>assigned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Command history: </a:t>
            </a:r>
            <a:r>
              <a:rPr lang="en-US"/>
              <a:t>documented history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sz="4000" b="1" i="1" u="sng"/>
              <a:t>Outputs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Predicted orbital positions: </a:t>
            </a:r>
            <a:r>
              <a:rPr lang="en-US"/>
              <a:t>position</a:t>
            </a:r>
            <a:endParaRPr lang="en-US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Collision risk assessments: </a:t>
            </a:r>
            <a:r>
              <a:rPr lang="en-US"/>
              <a:t>proximity events</a:t>
            </a:r>
            <a:endParaRPr lang="en-US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Data Models and Outliers: </a:t>
            </a:r>
            <a:r>
              <a:rPr lang="en-US"/>
              <a:t>data training</a:t>
            </a:r>
            <a:endParaRPr lang="en-US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Event detection/simulation: </a:t>
            </a:r>
            <a:r>
              <a:rPr lang="en-US"/>
              <a:t>simulated events</a:t>
            </a:r>
            <a:endParaRPr lang="en-US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Health status: </a:t>
            </a:r>
            <a:r>
              <a:rPr lang="en-US"/>
              <a:t>system efficiency</a:t>
            </a:r>
            <a:endParaRPr lang="en-US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Operator recommendations:</a:t>
            </a:r>
            <a:r>
              <a:rPr lang="en-US"/>
              <a:t> subject to operator</a:t>
            </a:r>
            <a:endParaRPr lang="en-US" b="1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3CC07D60-54F6-4F12-196B-0DD23679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/>
              <a:t>Satellite Inputs and Outputs</a:t>
            </a:r>
          </a:p>
        </p:txBody>
      </p:sp>
    </p:spTree>
    <p:extLst>
      <p:ext uri="{BB962C8B-B14F-4D97-AF65-F5344CB8AC3E}">
        <p14:creationId xmlns:p14="http://schemas.microsoft.com/office/powerpoint/2010/main" val="62453128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2DE8-BC85-0013-A67A-8C41180E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Preliminary Requirements Stage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31827F-F0CB-841F-7008-7E2097CF487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8955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7E5D45-116E-9EA0-4DC1-799CE1510F4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6BFE5-0AAC-34C2-C79C-50C4464BA4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08F42-391D-7487-6D2B-9BAB8BA887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16CD00-3FD5-2B3D-7CA2-C1402195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7798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F47F5-EBD6-AB0C-254D-2E843C5F4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Beginning of Phase 2: Operational Analysis</a:t>
            </a:r>
            <a:br>
              <a:rPr lang="en-US">
                <a:latin typeface="Sinter X-Light"/>
              </a:rPr>
            </a:br>
            <a:r>
              <a:rPr lang="en-US">
                <a:latin typeface="Sinter X-Light"/>
              </a:rPr>
              <a:t>(TBD)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4473C-2698-0360-2068-B2FBE434107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6848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825191-BF0D-718A-0637-AC2ECDAA389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09E53F-4F86-A3F1-A18C-7068F3835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4419" y="1275347"/>
            <a:ext cx="19818148" cy="2076857"/>
          </a:xfrm>
        </p:spPr>
        <p:txBody>
          <a:bodyPr/>
          <a:lstStyle/>
          <a:p>
            <a:r>
              <a:rPr lang="en-US">
                <a:latin typeface="Sinter X-Light"/>
              </a:rPr>
              <a:t>Goal and Deliverables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60FCA-EB61-9A77-E1F1-C494144FF7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34168" y="3440145"/>
            <a:ext cx="19818398" cy="8079547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>
                <a:latin typeface="Sinter Light"/>
              </a:rPr>
              <a:t>Goal: Map out the real system </a:t>
            </a:r>
          </a:p>
          <a:p>
            <a:r>
              <a:rPr lang="en-US">
                <a:latin typeface="Sinter Light"/>
              </a:rPr>
              <a:t>Deliverables:</a:t>
            </a:r>
          </a:p>
          <a:p>
            <a:pPr marL="685800" indent="-685800">
              <a:buFont typeface="Arial"/>
              <a:buChar char="•"/>
            </a:pPr>
            <a:r>
              <a:rPr lang="en-US">
                <a:latin typeface="Sinter Light"/>
              </a:rPr>
              <a:t>Data flow diagram</a:t>
            </a:r>
            <a:endParaRPr lang="en-US"/>
          </a:p>
          <a:p>
            <a:pPr marL="685800" indent="-685800">
              <a:buFont typeface="Arial"/>
              <a:buChar char="•"/>
            </a:pPr>
            <a:r>
              <a:rPr lang="en-US">
                <a:latin typeface="Sinter Light"/>
              </a:rPr>
              <a:t>System architecture diagram</a:t>
            </a:r>
            <a:endParaRPr lang="en-US"/>
          </a:p>
          <a:p>
            <a:pPr marL="685800" indent="-685800">
              <a:buFont typeface="Arial"/>
              <a:buChar char="•"/>
            </a:pPr>
            <a:r>
              <a:rPr lang="en-US">
                <a:latin typeface="Sinter Light"/>
              </a:rPr>
              <a:t>Functional decomposition diagram</a:t>
            </a:r>
            <a:endParaRPr lang="en-US"/>
          </a:p>
          <a:p>
            <a:pPr marL="685800" indent="-685800">
              <a:buFont typeface="Arial"/>
              <a:buChar char="•"/>
            </a:pPr>
            <a:r>
              <a:rPr lang="en-US">
                <a:latin typeface="Sinter Light"/>
              </a:rPr>
              <a:t>Data architetcure/reference diagram</a:t>
            </a:r>
            <a:endParaRPr lang="en-US"/>
          </a:p>
          <a:p>
            <a:pPr marL="685800" indent="-68580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7842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44F6B-8B92-606F-5618-21AF3AF4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2787EA3-2A6B-2121-7440-E61073F4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B7F9EF-1AE8-DA2B-9060-77690CE82A1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5043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4559-0F9F-A116-785B-2A89801F6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75CE6E-2432-97BF-2E94-72FEC4D443A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6BD1914D-8AAA-8C20-7816-8AE25FE1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/>
              <a:t>Initial Data 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5F5F2-47C0-3CDC-FC30-CF54CC528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247" y="3595908"/>
            <a:ext cx="21554394" cy="652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5575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94BC-7895-1C83-3A88-BE587EBC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F7E78D7-0F2C-1E85-448E-0601747D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Decomposition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98270C-B333-C8DB-8B2D-0DCDC8A37A4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1583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ECB1-AC7C-3954-22C1-9E2AD367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711F58-560B-7E6C-6691-D89A22EB91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D32D3F6-864A-B44E-5812-5E4B52F14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/>
              <a:t>Initial Functional Decomposition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4884B-42C7-E90E-5FB6-F07804BCE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85" y="2268271"/>
            <a:ext cx="16169234" cy="997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2664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ACBE-E2BD-1CA7-AE06-12B49AC2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39772D6-6734-53B0-94A1-A8D69255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3520BF-A49B-A396-203B-FD36AD78CDC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4976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24CA6-4A10-D6AB-3182-EBC9E40E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73B6FC-62C4-099A-3538-2698D985E91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9BF06514-1530-671D-B32E-C30FE8442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/>
              <a:t>Initial System 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851EA-E4DF-639A-40E1-EE4249FC3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002" y="2536747"/>
            <a:ext cx="18288000" cy="972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9281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2EEB-90D7-CDBE-700D-1887CE71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88E3F22-C0E6-1C7B-2238-20C16695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Upcoming Plans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C67789-1EEF-42C3-35C0-68CF52BA4A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9414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B8A7-3BCB-FF5C-281D-003E7C49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A04F3B-2C43-7D73-D2F5-0B5B851A5E4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322E2-F02A-54D4-3623-982578351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6563" y="2188777"/>
            <a:ext cx="21953077" cy="9429769"/>
          </a:xfrm>
        </p:spPr>
        <p:txBody>
          <a:bodyPr numCol="1">
            <a:norm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/>
              <a:t>Get final approval of framework requirements and satellite-specific requirements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/>
              <a:t>Create data flow diagram based on requirements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/>
              <a:t>Begin rough draft of digital twin framework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/>
              <a:t>Potential: Published white paper on digital twin implementation for end-of-term deliverable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/>
              <a:t>Certification opportunities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46B7A29A-7623-CEFA-35D9-6A78554E2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240" y="385653"/>
            <a:ext cx="20147525" cy="1220598"/>
          </a:xfrm>
        </p:spPr>
        <p:txBody>
          <a:bodyPr/>
          <a:lstStyle/>
          <a:p>
            <a:r>
              <a:rPr lang="en-US"/>
              <a:t>The </a:t>
            </a:r>
            <a:r>
              <a:rPr lang="en-US" i="1"/>
              <a:t>Future…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DB5FC-6CD4-92A1-CC67-F06114DBE367}"/>
              </a:ext>
            </a:extLst>
          </p:cNvPr>
          <p:cNvSpPr txBox="1"/>
          <p:nvPr/>
        </p:nvSpPr>
        <p:spPr>
          <a:xfrm>
            <a:off x="12246037" y="2226365"/>
            <a:ext cx="11293604" cy="9541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rIns="45719" rtlCol="0" anchor="t">
            <a:spAutoFit/>
          </a:bodyPr>
          <a:lstStyle/>
          <a:p>
            <a:pPr algn="l">
              <a:lnSpc>
                <a:spcPts val="5200"/>
              </a:lnSpc>
            </a:pPr>
            <a:endParaRPr lang="en-US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3E95B-0F58-CF8E-5165-BE5CBA089C10}"/>
              </a:ext>
            </a:extLst>
          </p:cNvPr>
          <p:cNvSpPr txBox="1"/>
          <p:nvPr/>
        </p:nvSpPr>
        <p:spPr>
          <a:xfrm>
            <a:off x="12246037" y="2188777"/>
            <a:ext cx="11031405" cy="9300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rIns="45719" rtlCol="0" anchor="t">
            <a:spAutoFit/>
          </a:bodyPr>
          <a:lstStyle/>
          <a:p>
            <a:pPr algn="l">
              <a:lnSpc>
                <a:spcPts val="5200"/>
              </a:lnSpc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16427578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36971-F5C6-E12C-3E7D-A3098E75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5EAA4CA-E752-FE5E-496F-7AE01837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Dave was a plane?...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2C63A1-4DA9-2F1C-D08D-C155640DFD0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0416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D93A92-0641-F88B-E4C0-31CF0E0C009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0DA70-F094-F961-154C-03851C7A96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21D22-1FC5-0EE6-0A95-F5761E7F61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4AEFED-C522-0C2E-0535-5B8396FB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60EFF-C17A-1EC4-2E8D-B72746A00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7" y="1048727"/>
            <a:ext cx="16967186" cy="1161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4906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AURIA">
      <a:dk1>
        <a:srgbClr val="0F1626"/>
      </a:dk1>
      <a:lt1>
        <a:srgbClr val="FFFFFF"/>
      </a:lt1>
      <a:dk2>
        <a:srgbClr val="0F1626"/>
      </a:dk2>
      <a:lt2>
        <a:srgbClr val="D7D8DF"/>
      </a:lt2>
      <a:accent1>
        <a:srgbClr val="F4BF44"/>
      </a:accent1>
      <a:accent2>
        <a:srgbClr val="8C8E98"/>
      </a:accent2>
      <a:accent3>
        <a:srgbClr val="1A2E51"/>
      </a:accent3>
      <a:accent4>
        <a:srgbClr val="A35458"/>
      </a:accent4>
      <a:accent5>
        <a:srgbClr val="827EA8"/>
      </a:accent5>
      <a:accent6>
        <a:srgbClr val="6F99CF"/>
      </a:accent6>
      <a:hlink>
        <a:srgbClr val="F4BF44"/>
      </a:hlink>
      <a:folHlink>
        <a:srgbClr val="8C8E98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:ma14="http://schemas.microsoft.com/office/mac/drawingml/2011/main" xmlns:a14="http://schemas.microsoft.com/office/drawing/2010/main" xmlns:m="http://schemas.openxmlformats.org/officeDocument/2006/math" xmlns="" val="1"/>
          </a:ext>
        </a:extLst>
      </a:spPr>
      <a:bodyPr lIns="45719" rIns="45719" anchor="t"/>
      <a:lstStyle>
        <a:defPPr algn="l">
          <a:lnSpc>
            <a:spcPts val="5200"/>
          </a:lnSpc>
          <a:defRPr sz="32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234FCC7EDFF845BB19F2B3D87065B5" ma:contentTypeVersion="14" ma:contentTypeDescription="Create a new document." ma:contentTypeScope="" ma:versionID="f18db830a732542a29cee531de87baec">
  <xsd:schema xmlns:xsd="http://www.w3.org/2001/XMLSchema" xmlns:xs="http://www.w3.org/2001/XMLSchema" xmlns:p="http://schemas.microsoft.com/office/2006/metadata/properties" xmlns:ns2="71d25bdb-4f84-4a36-a086-1263d57078da" xmlns:ns3="71708570-38e4-40a3-b9d3-4172383c6808" targetNamespace="http://schemas.microsoft.com/office/2006/metadata/properties" ma:root="true" ma:fieldsID="29af0108b70a24f35ff38eba139c6db3" ns2:_="" ns3:_="">
    <xsd:import namespace="71d25bdb-4f84-4a36-a086-1263d57078da"/>
    <xsd:import namespace="71708570-38e4-40a3-b9d3-4172383c6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25bdb-4f84-4a36-a086-1263d5707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ea10e3-b5d4-45fc-82a5-5331f2798c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08570-38e4-40a3-b9d3-4172383c680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b294dfa-6d1d-4f0c-8a32-b5b833a728c5}" ma:internalName="TaxCatchAll" ma:showField="CatchAllData" ma:web="71708570-38e4-40a3-b9d3-4172383c6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d25bdb-4f84-4a36-a086-1263d57078da">
      <Terms xmlns="http://schemas.microsoft.com/office/infopath/2007/PartnerControls"/>
    </lcf76f155ced4ddcb4097134ff3c332f>
    <TaxCatchAll xmlns="71708570-38e4-40a3-b9d3-4172383c6808" xsi:nil="true"/>
  </documentManagement>
</p:properties>
</file>

<file path=customXml/itemProps1.xml><?xml version="1.0" encoding="utf-8"?>
<ds:datastoreItem xmlns:ds="http://schemas.openxmlformats.org/officeDocument/2006/customXml" ds:itemID="{6AECF004-B86E-4967-9860-3B59E9826A2A}"/>
</file>

<file path=customXml/itemProps2.xml><?xml version="1.0" encoding="utf-8"?>
<ds:datastoreItem xmlns:ds="http://schemas.openxmlformats.org/officeDocument/2006/customXml" ds:itemID="{2753985F-B5D6-4E41-B14F-435EDF7D75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304B0F-E3FF-4920-8BA7-8D5D31828C2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62743438-3B4A-4164-AEC1-0B3AE3AA7C9F}">
  <ds:schemaRefs>
    <ds:schemaRef ds:uri="49e44529-fa79-470e-920b-dce24357cde4"/>
    <ds:schemaRef ds:uri="5cc5eb3a-0ee9-4404-8d50-e21085c2bff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21_BasicWhite</vt:lpstr>
      <vt:lpstr>Preliminary Research and Operational Analysis</vt:lpstr>
      <vt:lpstr>Phase 1: System Selection and Recommendations</vt:lpstr>
      <vt:lpstr>Goal and Deliverables</vt:lpstr>
      <vt:lpstr>Where are we in Project Development?</vt:lpstr>
      <vt:lpstr>Ground vs. Satellite</vt:lpstr>
      <vt:lpstr>Comparison</vt:lpstr>
      <vt:lpstr>Required Technologies</vt:lpstr>
      <vt:lpstr>Ground Antenna</vt:lpstr>
      <vt:lpstr>Initial Framework Use</vt:lpstr>
      <vt:lpstr>Framework</vt:lpstr>
      <vt:lpstr>Major Satellite Subsystems</vt:lpstr>
      <vt:lpstr>Major Satellite Subsystems</vt:lpstr>
      <vt:lpstr>Subsystem Interaction</vt:lpstr>
      <vt:lpstr>Space Domain Awareness (SDA) and Rendezvous &amp; Proximity Operation (RPO)</vt:lpstr>
      <vt:lpstr>SDA and RPO</vt:lpstr>
      <vt:lpstr>Inputs and Outputs</vt:lpstr>
      <vt:lpstr>Satellite Inputs and Outputs</vt:lpstr>
      <vt:lpstr>Preliminary Requirements Stage</vt:lpstr>
      <vt:lpstr>PowerPoint Presentation</vt:lpstr>
      <vt:lpstr>Beginning of Phase 2: Operational Analysis (TBD)</vt:lpstr>
      <vt:lpstr>Goal and Deliverables</vt:lpstr>
      <vt:lpstr>Data Architecture</vt:lpstr>
      <vt:lpstr>Initial Data Architecture Diagram</vt:lpstr>
      <vt:lpstr>Functional Decomposition</vt:lpstr>
      <vt:lpstr>Initial Functional Decomposition Diagram</vt:lpstr>
      <vt:lpstr>System Architecture</vt:lpstr>
      <vt:lpstr>Initial System Architecture Diagram</vt:lpstr>
      <vt:lpstr>Upcoming Plans</vt:lpstr>
      <vt:lpstr>The Future…</vt:lpstr>
      <vt:lpstr>If Dave was a plane?...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Goes Here</dc:title>
  <dc:creator>Kaylie Banks</dc:creator>
  <cp:revision>1</cp:revision>
  <dcterms:modified xsi:type="dcterms:W3CDTF">2026-06-11T17:59:41Z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a7ffa232-45f1-487e-8cd8-9c083e691124</vt:lpwstr>
  </property>
  <property fmtid="{D5CDD505-2E9C-101B-9397-08002B2CF9AE}" pid="3" name="MediaServiceImageTags">
    <vt:lpwstr/>
  </property>
  <property fmtid="{D5CDD505-2E9C-101B-9397-08002B2CF9AE}" pid="4" name="ContentTypeId">
    <vt:lpwstr>0x010100A5234FCC7EDFF845BB19F2B3D87065B5</vt:lpwstr>
  </property>
</Properties>
</file>