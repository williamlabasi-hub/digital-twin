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0"/>
  </p:notesMasterIdLst>
  <p:sldIdLst>
    <p:sldId id="261" r:id="rId5"/>
    <p:sldId id="263" r:id="rId6"/>
    <p:sldId id="262" r:id="rId7"/>
    <p:sldId id="264" r:id="rId8"/>
    <p:sldId id="265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E50"/>
    <a:srgbClr val="FDBA3F"/>
    <a:srgbClr val="FEBE12"/>
    <a:srgbClr val="FEBF11"/>
    <a:srgbClr val="FFFFFF"/>
    <a:srgbClr val="8D8F99"/>
    <a:srgbClr val="12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250EC-7721-8158-74D7-61A3B4E57007}" v="43" dt="2026-06-25T17:30:47.69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9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Labasi" userId="S::jacob.labasi@auria.space::4c669a75-ad75-433e-84b9-d7e01bd928da" providerId="AD" clId="Web-{5B8250EC-7721-8158-74D7-61A3B4E57007}"/>
    <pc:docChg chg="addSld delSld modSld sldOrd">
      <pc:chgData name="Jacob Labasi" userId="S::jacob.labasi@auria.space::4c669a75-ad75-433e-84b9-d7e01bd928da" providerId="AD" clId="Web-{5B8250EC-7721-8158-74D7-61A3B4E57007}" dt="2026-06-25T17:30:47.699" v="42"/>
      <pc:docMkLst>
        <pc:docMk/>
      </pc:docMkLst>
      <pc:sldChg chg="modSp add del ord replId">
        <pc:chgData name="Jacob Labasi" userId="S::jacob.labasi@auria.space::4c669a75-ad75-433e-84b9-d7e01bd928da" providerId="AD" clId="Web-{5B8250EC-7721-8158-74D7-61A3B4E57007}" dt="2026-06-25T17:30:45.887" v="41"/>
        <pc:sldMkLst>
          <pc:docMk/>
          <pc:sldMk cId="3886161067" sldId="266"/>
        </pc:sldMkLst>
        <pc:spChg chg="mod">
          <ac:chgData name="Jacob Labasi" userId="S::jacob.labasi@auria.space::4c669a75-ad75-433e-84b9-d7e01bd928da" providerId="AD" clId="Web-{5B8250EC-7721-8158-74D7-61A3B4E57007}" dt="2026-06-25T17:17:54.982" v="16" actId="20577"/>
          <ac:spMkLst>
            <pc:docMk/>
            <pc:sldMk cId="3886161067" sldId="266"/>
            <ac:spMk id="2" creationId="{D25443FB-72AE-ADDC-F157-98214C5D71A0}"/>
          </ac:spMkLst>
        </pc:spChg>
      </pc:sldChg>
      <pc:sldChg chg="addSp delSp modSp add del ord replId">
        <pc:chgData name="Jacob Labasi" userId="S::jacob.labasi@auria.space::4c669a75-ad75-433e-84b9-d7e01bd928da" providerId="AD" clId="Web-{5B8250EC-7721-8158-74D7-61A3B4E57007}" dt="2026-06-25T17:30:47.699" v="42"/>
        <pc:sldMkLst>
          <pc:docMk/>
          <pc:sldMk cId="1471137862" sldId="267"/>
        </pc:sldMkLst>
        <pc:spChg chg="mod">
          <ac:chgData name="Jacob Labasi" userId="S::jacob.labasi@auria.space::4c669a75-ad75-433e-84b9-d7e01bd928da" providerId="AD" clId="Web-{5B8250EC-7721-8158-74D7-61A3B4E57007}" dt="2026-06-25T17:18:20.169" v="36" actId="20577"/>
          <ac:spMkLst>
            <pc:docMk/>
            <pc:sldMk cId="1471137862" sldId="267"/>
            <ac:spMk id="5" creationId="{EF944834-B0C2-93BA-649F-1B9C9386A8D2}"/>
          </ac:spMkLst>
        </pc:spChg>
        <pc:picChg chg="add mod">
          <ac:chgData name="Jacob Labasi" userId="S::jacob.labasi@auria.space::4c669a75-ad75-433e-84b9-d7e01bd928da" providerId="AD" clId="Web-{5B8250EC-7721-8158-74D7-61A3B4E57007}" dt="2026-06-25T17:18:28.607" v="40" actId="1076"/>
          <ac:picMkLst>
            <pc:docMk/>
            <pc:sldMk cId="1471137862" sldId="267"/>
            <ac:picMk id="3" creationId="{BF5E3A4C-BC42-72BA-59D6-84EE960E50ED}"/>
          </ac:picMkLst>
        </pc:picChg>
        <pc:picChg chg="del">
          <ac:chgData name="Jacob Labasi" userId="S::jacob.labasi@auria.space::4c669a75-ad75-433e-84b9-d7e01bd928da" providerId="AD" clId="Web-{5B8250EC-7721-8158-74D7-61A3B4E57007}" dt="2026-06-25T17:18:06.075" v="19"/>
          <ac:picMkLst>
            <pc:docMk/>
            <pc:sldMk cId="1471137862" sldId="267"/>
            <ac:picMk id="7" creationId="{42FC2CBB-88FF-C43C-5D53-9ED4FEFB1216}"/>
          </ac:picMkLst>
        </pc:picChg>
      </pc:sldChg>
    </pc:docChg>
  </pc:docChgLst>
  <pc:docChgLst>
    <pc:chgData name="Landon Jobe" userId="55251da3-2d3c-43a1-b4d1-54fb46a8d636" providerId="ADAL" clId="{2EACC6AE-181B-4902-A892-77AB8530E659}"/>
    <pc:docChg chg="undo custSel addSld delSld modSld">
      <pc:chgData name="Landon Jobe" userId="55251da3-2d3c-43a1-b4d1-54fb46a8d636" providerId="ADAL" clId="{2EACC6AE-181B-4902-A892-77AB8530E659}" dt="2026-06-25T19:51:25.813" v="152" actId="12788"/>
      <pc:docMkLst>
        <pc:docMk/>
      </pc:docMkLst>
      <pc:sldChg chg="delSp modSp new del mod">
        <pc:chgData name="Landon Jobe" userId="55251da3-2d3c-43a1-b4d1-54fb46a8d636" providerId="ADAL" clId="{2EACC6AE-181B-4902-A892-77AB8530E659}" dt="2026-06-24T16:41:49.755" v="22" actId="2696"/>
        <pc:sldMkLst>
          <pc:docMk/>
          <pc:sldMk cId="2038200069" sldId="262"/>
        </pc:sldMkLst>
        <pc:spChg chg="mod">
          <ac:chgData name="Landon Jobe" userId="55251da3-2d3c-43a1-b4d1-54fb46a8d636" providerId="ADAL" clId="{2EACC6AE-181B-4902-A892-77AB8530E659}" dt="2026-06-24T16:18:06.894" v="16" actId="20577"/>
          <ac:spMkLst>
            <pc:docMk/>
            <pc:sldMk cId="2038200069" sldId="262"/>
            <ac:spMk id="2" creationId="{867EDDF5-8F9C-A679-AC2A-46C65E5CD49B}"/>
          </ac:spMkLst>
        </pc:spChg>
        <pc:spChg chg="del">
          <ac:chgData name="Landon Jobe" userId="55251da3-2d3c-43a1-b4d1-54fb46a8d636" providerId="ADAL" clId="{2EACC6AE-181B-4902-A892-77AB8530E659}" dt="2026-06-24T15:59:02.652" v="1" actId="21"/>
          <ac:spMkLst>
            <pc:docMk/>
            <pc:sldMk cId="2038200069" sldId="262"/>
            <ac:spMk id="4" creationId="{7C5D277F-42D7-4477-6FC5-F8199E5B9F96}"/>
          </ac:spMkLst>
        </pc:spChg>
      </pc:sldChg>
      <pc:sldChg chg="addSp delSp modSp new mod">
        <pc:chgData name="Landon Jobe" userId="55251da3-2d3c-43a1-b4d1-54fb46a8d636" providerId="ADAL" clId="{2EACC6AE-181B-4902-A892-77AB8530E659}" dt="2026-06-25T19:51:25.813" v="152" actId="12788"/>
        <pc:sldMkLst>
          <pc:docMk/>
          <pc:sldMk cId="3896648778" sldId="262"/>
        </pc:sldMkLst>
        <pc:spChg chg="del">
          <ac:chgData name="Landon Jobe" userId="55251da3-2d3c-43a1-b4d1-54fb46a8d636" providerId="ADAL" clId="{2EACC6AE-181B-4902-A892-77AB8530E659}" dt="2026-06-25T14:17:40.548" v="28" actId="21"/>
          <ac:spMkLst>
            <pc:docMk/>
            <pc:sldMk cId="3896648778" sldId="262"/>
            <ac:spMk id="3" creationId="{C0D74D43-018A-1998-BB0A-8E55E005D3FE}"/>
          </ac:spMkLst>
        </pc:spChg>
        <pc:spChg chg="del">
          <ac:chgData name="Landon Jobe" userId="55251da3-2d3c-43a1-b4d1-54fb46a8d636" providerId="ADAL" clId="{2EACC6AE-181B-4902-A892-77AB8530E659}" dt="2026-06-25T14:17:42.009" v="29" actId="21"/>
          <ac:spMkLst>
            <pc:docMk/>
            <pc:sldMk cId="3896648778" sldId="262"/>
            <ac:spMk id="4" creationId="{7CFB461F-9416-ABA0-79BC-2C95422A6095}"/>
          </ac:spMkLst>
        </pc:spChg>
        <pc:spChg chg="mod">
          <ac:chgData name="Landon Jobe" userId="55251da3-2d3c-43a1-b4d1-54fb46a8d636" providerId="ADAL" clId="{2EACC6AE-181B-4902-A892-77AB8530E659}" dt="2026-06-25T15:04:13.935" v="149" actId="20577"/>
          <ac:spMkLst>
            <pc:docMk/>
            <pc:sldMk cId="3896648778" sldId="262"/>
            <ac:spMk id="5" creationId="{2AFF6A2A-A990-8FC0-79AB-FFCB3EECA922}"/>
          </ac:spMkLst>
        </pc:spChg>
        <pc:picChg chg="add mod">
          <ac:chgData name="Landon Jobe" userId="55251da3-2d3c-43a1-b4d1-54fb46a8d636" providerId="ADAL" clId="{2EACC6AE-181B-4902-A892-77AB8530E659}" dt="2026-06-25T19:51:25.813" v="152" actId="12788"/>
          <ac:picMkLst>
            <pc:docMk/>
            <pc:sldMk cId="3896648778" sldId="262"/>
            <ac:picMk id="7" creationId="{0A415D98-6A21-DEA3-C37E-ED4448D12694}"/>
          </ac:picMkLst>
        </pc:picChg>
      </pc:sldChg>
      <pc:sldChg chg="delSp modSp new mod">
        <pc:chgData name="Landon Jobe" userId="55251da3-2d3c-43a1-b4d1-54fb46a8d636" providerId="ADAL" clId="{2EACC6AE-181B-4902-A892-77AB8530E659}" dt="2026-06-25T14:21:43.213" v="52" actId="403"/>
        <pc:sldMkLst>
          <pc:docMk/>
          <pc:sldMk cId="3825491320" sldId="263"/>
        </pc:sldMkLst>
        <pc:spChg chg="mod">
          <ac:chgData name="Landon Jobe" userId="55251da3-2d3c-43a1-b4d1-54fb46a8d636" providerId="ADAL" clId="{2EACC6AE-181B-4902-A892-77AB8530E659}" dt="2026-06-25T14:18:16.723" v="48" actId="20577"/>
          <ac:spMkLst>
            <pc:docMk/>
            <pc:sldMk cId="3825491320" sldId="263"/>
            <ac:spMk id="2" creationId="{97188A6E-7EFF-A09F-AE12-7AEEBD4AE5CD}"/>
          </ac:spMkLst>
        </pc:spChg>
        <pc:spChg chg="mod">
          <ac:chgData name="Landon Jobe" userId="55251da3-2d3c-43a1-b4d1-54fb46a8d636" providerId="ADAL" clId="{2EACC6AE-181B-4902-A892-77AB8530E659}" dt="2026-06-25T14:21:43.213" v="52" actId="403"/>
          <ac:spMkLst>
            <pc:docMk/>
            <pc:sldMk cId="3825491320" sldId="263"/>
            <ac:spMk id="3" creationId="{FABF33B7-715E-9642-CCA6-8DABAD76A5D6}"/>
          </ac:spMkLst>
        </pc:spChg>
        <pc:spChg chg="del">
          <ac:chgData name="Landon Jobe" userId="55251da3-2d3c-43a1-b4d1-54fb46a8d636" providerId="ADAL" clId="{2EACC6AE-181B-4902-A892-77AB8530E659}" dt="2026-06-25T14:21:22.476" v="49" actId="21"/>
          <ac:spMkLst>
            <pc:docMk/>
            <pc:sldMk cId="3825491320" sldId="263"/>
            <ac:spMk id="4" creationId="{1541E91C-A917-BA38-550E-6A5141A2B396}"/>
          </ac:spMkLst>
        </pc:spChg>
      </pc:sldChg>
      <pc:sldChg chg="addSp delSp modSp new del mod modClrScheme chgLayout">
        <pc:chgData name="Landon Jobe" userId="55251da3-2d3c-43a1-b4d1-54fb46a8d636" providerId="ADAL" clId="{2EACC6AE-181B-4902-A892-77AB8530E659}" dt="2026-06-24T16:41:50.725" v="23" actId="2696"/>
        <pc:sldMkLst>
          <pc:docMk/>
          <pc:sldMk cId="4063744338" sldId="263"/>
        </pc:sldMkLst>
        <pc:spChg chg="del mod ord">
          <ac:chgData name="Landon Jobe" userId="55251da3-2d3c-43a1-b4d1-54fb46a8d636" providerId="ADAL" clId="{2EACC6AE-181B-4902-A892-77AB8530E659}" dt="2026-06-24T16:18:20.938" v="18" actId="700"/>
          <ac:spMkLst>
            <pc:docMk/>
            <pc:sldMk cId="4063744338" sldId="263"/>
            <ac:spMk id="2" creationId="{05DE7661-5CC4-35EC-F709-9305F30FFEB6}"/>
          </ac:spMkLst>
        </pc:spChg>
        <pc:spChg chg="mod ord">
          <ac:chgData name="Landon Jobe" userId="55251da3-2d3c-43a1-b4d1-54fb46a8d636" providerId="ADAL" clId="{2EACC6AE-181B-4902-A892-77AB8530E659}" dt="2026-06-24T16:18:20.938" v="18" actId="700"/>
          <ac:spMkLst>
            <pc:docMk/>
            <pc:sldMk cId="4063744338" sldId="263"/>
            <ac:spMk id="3" creationId="{531F4766-D29A-21B9-1923-EF12684DEFF1}"/>
          </ac:spMkLst>
        </pc:spChg>
        <pc:spChg chg="del mod ord">
          <ac:chgData name="Landon Jobe" userId="55251da3-2d3c-43a1-b4d1-54fb46a8d636" providerId="ADAL" clId="{2EACC6AE-181B-4902-A892-77AB8530E659}" dt="2026-06-24T16:18:20.938" v="18" actId="700"/>
          <ac:spMkLst>
            <pc:docMk/>
            <pc:sldMk cId="4063744338" sldId="263"/>
            <ac:spMk id="4" creationId="{2B3EED84-6E89-D612-D339-C85C1035285C}"/>
          </ac:spMkLst>
        </pc:spChg>
        <pc:spChg chg="add mod ord">
          <ac:chgData name="Landon Jobe" userId="55251da3-2d3c-43a1-b4d1-54fb46a8d636" providerId="ADAL" clId="{2EACC6AE-181B-4902-A892-77AB8530E659}" dt="2026-06-24T16:18:20.938" v="18" actId="700"/>
          <ac:spMkLst>
            <pc:docMk/>
            <pc:sldMk cId="4063744338" sldId="263"/>
            <ac:spMk id="5" creationId="{7103CBC9-0044-D386-A1DD-0022C7D24458}"/>
          </ac:spMkLst>
        </pc:spChg>
        <pc:spChg chg="add mod ord">
          <ac:chgData name="Landon Jobe" userId="55251da3-2d3c-43a1-b4d1-54fb46a8d636" providerId="ADAL" clId="{2EACC6AE-181B-4902-A892-77AB8530E659}" dt="2026-06-24T16:18:20.938" v="18" actId="700"/>
          <ac:spMkLst>
            <pc:docMk/>
            <pc:sldMk cId="4063744338" sldId="263"/>
            <ac:spMk id="6" creationId="{B8A486E1-2EF7-6006-164F-1945FD23403E}"/>
          </ac:spMkLst>
        </pc:spChg>
        <pc:spChg chg="add del mod ord">
          <ac:chgData name="Landon Jobe" userId="55251da3-2d3c-43a1-b4d1-54fb46a8d636" providerId="ADAL" clId="{2EACC6AE-181B-4902-A892-77AB8530E659}" dt="2026-06-24T16:18:28.195" v="19" actId="21"/>
          <ac:spMkLst>
            <pc:docMk/>
            <pc:sldMk cId="4063744338" sldId="263"/>
            <ac:spMk id="7" creationId="{B0EFFD5C-53E5-F67C-1566-7E82ED780BC4}"/>
          </ac:spMkLst>
        </pc:spChg>
      </pc:sldChg>
      <pc:sldChg chg="delSp new del mod">
        <pc:chgData name="Landon Jobe" userId="55251da3-2d3c-43a1-b4d1-54fb46a8d636" providerId="ADAL" clId="{2EACC6AE-181B-4902-A892-77AB8530E659}" dt="2026-06-24T16:41:51.713" v="24" actId="2696"/>
        <pc:sldMkLst>
          <pc:docMk/>
          <pc:sldMk cId="704356749" sldId="264"/>
        </pc:sldMkLst>
        <pc:spChg chg="del">
          <ac:chgData name="Landon Jobe" userId="55251da3-2d3c-43a1-b4d1-54fb46a8d636" providerId="ADAL" clId="{2EACC6AE-181B-4902-A892-77AB8530E659}" dt="2026-06-24T16:19:45.951" v="21" actId="21"/>
          <ac:spMkLst>
            <pc:docMk/>
            <pc:sldMk cId="704356749" sldId="264"/>
            <ac:spMk id="4" creationId="{C4DACEF9-DA5E-BB45-D45F-06DA20089329}"/>
          </ac:spMkLst>
        </pc:spChg>
      </pc:sldChg>
      <pc:sldChg chg="modSp new mod">
        <pc:chgData name="Landon Jobe" userId="55251da3-2d3c-43a1-b4d1-54fb46a8d636" providerId="ADAL" clId="{2EACC6AE-181B-4902-A892-77AB8530E659}" dt="2026-06-25T14:27:17.959" v="79" actId="5793"/>
        <pc:sldMkLst>
          <pc:docMk/>
          <pc:sldMk cId="2842371119" sldId="264"/>
        </pc:sldMkLst>
        <pc:spChg chg="mod">
          <ac:chgData name="Landon Jobe" userId="55251da3-2d3c-43a1-b4d1-54fb46a8d636" providerId="ADAL" clId="{2EACC6AE-181B-4902-A892-77AB8530E659}" dt="2026-06-25T14:27:17.959" v="79" actId="5793"/>
          <ac:spMkLst>
            <pc:docMk/>
            <pc:sldMk cId="2842371119" sldId="264"/>
            <ac:spMk id="2" creationId="{64BE5264-57B6-DE67-7005-95E67BC096B3}"/>
          </ac:spMkLst>
        </pc:spChg>
      </pc:sldChg>
      <pc:sldChg chg="addSp modSp new mod">
        <pc:chgData name="Landon Jobe" userId="55251da3-2d3c-43a1-b4d1-54fb46a8d636" providerId="ADAL" clId="{2EACC6AE-181B-4902-A892-77AB8530E659}" dt="2026-06-25T14:45:08.196" v="124" actId="1076"/>
        <pc:sldMkLst>
          <pc:docMk/>
          <pc:sldMk cId="767645339" sldId="265"/>
        </pc:sldMkLst>
        <pc:spChg chg="mod">
          <ac:chgData name="Landon Jobe" userId="55251da3-2d3c-43a1-b4d1-54fb46a8d636" providerId="ADAL" clId="{2EACC6AE-181B-4902-A892-77AB8530E659}" dt="2026-06-25T14:45:00.184" v="122" actId="20577"/>
          <ac:spMkLst>
            <pc:docMk/>
            <pc:sldMk cId="767645339" sldId="265"/>
            <ac:spMk id="5" creationId="{C0A5EA43-EC16-7DC6-81CF-BF5224A00D0F}"/>
          </ac:spMkLst>
        </pc:spChg>
        <pc:picChg chg="add mod">
          <ac:chgData name="Landon Jobe" userId="55251da3-2d3c-43a1-b4d1-54fb46a8d636" providerId="ADAL" clId="{2EACC6AE-181B-4902-A892-77AB8530E659}" dt="2026-06-25T14:45:08.196" v="124" actId="1076"/>
          <ac:picMkLst>
            <pc:docMk/>
            <pc:sldMk cId="767645339" sldId="265"/>
            <ac:picMk id="7" creationId="{D919D701-7228-41CA-C305-96D2E66376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yellow">
            <a:extLst>
              <a:ext uri="{FF2B5EF4-FFF2-40B4-BE49-F238E27FC236}">
                <a16:creationId xmlns:a16="http://schemas.microsoft.com/office/drawing/2014/main" id="{0DCE4F0A-2871-D085-726A-3177B41F67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4" name="Slide Number">
            <a:extLst>
              <a:ext uri="{FF2B5EF4-FFF2-40B4-BE49-F238E27FC236}">
                <a16:creationId xmlns:a16="http://schemas.microsoft.com/office/drawing/2014/main" id="{3F76C27E-04BC-EB3D-B8EE-D8F20B48CFC7}"/>
              </a:ext>
            </a:extLst>
          </p:cNvPr>
          <p:cNvSpPr txBox="1">
            <a:spLocks/>
          </p:cNvSpPr>
          <p:nvPr userDrawn="1"/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121929"/>
                </a:solidFill>
                <a:effectLst/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1" name="AURIA_LOGO.png" descr="AURIA_LOGO.png">
            <a:extLst>
              <a:ext uri="{FF2B5EF4-FFF2-40B4-BE49-F238E27FC236}">
                <a16:creationId xmlns:a16="http://schemas.microsoft.com/office/drawing/2014/main" id="{ADFA4B96-16F6-9DFF-427A-D2D2124CBF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665" y="457201"/>
            <a:ext cx="8000501" cy="214988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Presentation Title">
            <a:extLst>
              <a:ext uri="{FF2B5EF4-FFF2-40B4-BE49-F238E27FC236}">
                <a16:creationId xmlns:a16="http://schemas.microsoft.com/office/drawing/2014/main" id="{47777592-0A35-94D0-BF68-1769958113B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517684" y="3061823"/>
            <a:ext cx="12432514" cy="65648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5500" b="0" i="0" spc="-232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Cerux Demo</a:t>
            </a:r>
            <a:endParaRPr/>
          </a:p>
        </p:txBody>
      </p:sp>
      <p:sp>
        <p:nvSpPr>
          <p:cNvPr id="44" name="Body Level One…">
            <a:extLst>
              <a:ext uri="{FF2B5EF4-FFF2-40B4-BE49-F238E27FC236}">
                <a16:creationId xmlns:a16="http://schemas.microsoft.com/office/drawing/2014/main" id="{D9723D26-7F32-0747-1399-DEA6A3C215C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730914" y="9781959"/>
            <a:ext cx="12219284" cy="325006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800" b="1">
                <a:solidFill>
                  <a:schemeClr val="bg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lang="en-US"/>
              <a:t>Edit Text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81B85F-1934-6A80-D2EB-2385C9B0EB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53154" y="2711354"/>
            <a:ext cx="2611377" cy="10355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4" y="2188777"/>
            <a:ext cx="20147524" cy="9429769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buFontTx/>
              <a:buNone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CA931F0-ED96-1E7F-21E9-86A800ED88BF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B0254259-23CF-FFFC-CBC1-DAF7C33C509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47036C20-7C3B-9005-BB79-9F013C2D0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1706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92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bg>
      <p:bgPr>
        <a:solidFill>
          <a:srgbClr val="8D8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1815C69-2663-44DD-851F-2901673FA8E0}"/>
              </a:ext>
            </a:extLst>
          </p:cNvPr>
          <p:cNvSpPr/>
          <p:nvPr userDrawn="1"/>
        </p:nvSpPr>
        <p:spPr>
          <a:xfrm>
            <a:off x="18057417" y="2040369"/>
            <a:ext cx="6366779" cy="11644741"/>
          </a:xfrm>
          <a:prstGeom prst="rect">
            <a:avLst/>
          </a:prstGeom>
          <a:solidFill>
            <a:srgbClr val="56586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0E2A5247-A252-3FFE-50BF-53F9860A3091}"/>
              </a:ext>
            </a:extLst>
          </p:cNvPr>
          <p:cNvSpPr/>
          <p:nvPr userDrawn="1"/>
        </p:nvSpPr>
        <p:spPr>
          <a:xfrm>
            <a:off x="11697954" y="2050854"/>
            <a:ext cx="6366779" cy="11644741"/>
          </a:xfrm>
          <a:prstGeom prst="rect">
            <a:avLst/>
          </a:prstGeom>
          <a:solidFill>
            <a:srgbClr val="71738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93163C1C-3428-9B4B-78F9-3502683A7124}"/>
              </a:ext>
            </a:extLst>
          </p:cNvPr>
          <p:cNvSpPr/>
          <p:nvPr userDrawn="1"/>
        </p:nvSpPr>
        <p:spPr>
          <a:xfrm>
            <a:off x="5337386" y="2040369"/>
            <a:ext cx="6366779" cy="11644741"/>
          </a:xfrm>
          <a:prstGeom prst="rect">
            <a:avLst/>
          </a:prstGeom>
          <a:solidFill>
            <a:srgbClr val="82848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81A900A8-4A35-DD65-11DD-CE834DD39000}"/>
              </a:ext>
            </a:extLst>
          </p:cNvPr>
          <p:cNvSpPr/>
          <p:nvPr userDrawn="1"/>
        </p:nvSpPr>
        <p:spPr>
          <a:xfrm>
            <a:off x="1192454" y="2037426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1FB165EE-BE9E-3ED2-92BB-E7C877BC1E70}"/>
              </a:ext>
            </a:extLst>
          </p:cNvPr>
          <p:cNvSpPr/>
          <p:nvPr userDrawn="1"/>
        </p:nvSpPr>
        <p:spPr>
          <a:xfrm>
            <a:off x="-19093680" y="5883779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766F29E4-4513-DC09-F96D-7B667D68FB45}"/>
              </a:ext>
            </a:extLst>
          </p:cNvPr>
          <p:cNvSpPr/>
          <p:nvPr userDrawn="1"/>
        </p:nvSpPr>
        <p:spPr>
          <a:xfrm flipH="1">
            <a:off x="5339939" y="2055848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D95608AC-CE60-7852-D213-B3CF80C59DD6}"/>
              </a:ext>
            </a:extLst>
          </p:cNvPr>
          <p:cNvSpPr/>
          <p:nvPr userDrawn="1"/>
        </p:nvSpPr>
        <p:spPr>
          <a:xfrm flipH="1">
            <a:off x="18063284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35C72D92-146C-E437-2137-77208F2A57E7}"/>
              </a:ext>
            </a:extLst>
          </p:cNvPr>
          <p:cNvSpPr/>
          <p:nvPr userDrawn="1"/>
        </p:nvSpPr>
        <p:spPr>
          <a:xfrm flipH="1">
            <a:off x="11701612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970411" y="2537460"/>
            <a:ext cx="5174912" cy="3001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0159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3621C1F8-BC2F-6E31-532D-7E96244681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900" y="2032663"/>
            <a:ext cx="3120352" cy="3866552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500" b="1" i="0" spc="300">
                <a:solidFill>
                  <a:srgbClr val="FDBA3F"/>
                </a:solidFill>
                <a:latin typeface="Sinter" panose="02000000000000000000" pitchFamily="2" charset="77"/>
              </a:defRPr>
            </a:lvl1pPr>
            <a:lvl2pPr marL="609600" indent="0">
              <a:buFontTx/>
              <a:buNone/>
              <a:defRPr sz="2500" b="1" i="0">
                <a:latin typeface="Sinter" panose="02000000000000000000" pitchFamily="2" charset="77"/>
              </a:defRPr>
            </a:lvl2pPr>
            <a:lvl3pPr marL="1219200" indent="0">
              <a:buFontTx/>
              <a:buNone/>
              <a:defRPr sz="2500" b="1" i="0">
                <a:latin typeface="Sinter" panose="02000000000000000000" pitchFamily="2" charset="77"/>
              </a:defRPr>
            </a:lvl3pPr>
            <a:lvl4pPr marL="1828800" indent="0">
              <a:buFontTx/>
              <a:buNone/>
              <a:defRPr sz="2500" b="1" i="0">
                <a:latin typeface="Sinter" panose="02000000000000000000" pitchFamily="2" charset="77"/>
              </a:defRPr>
            </a:lvl4pPr>
            <a:lvl5pPr marL="2438400" indent="0">
              <a:buFontTx/>
              <a:buNone/>
              <a:defRPr sz="2500" b="1" i="0">
                <a:latin typeface="Sinter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95083F-FC16-2D36-6C3E-946624D714CA}"/>
              </a:ext>
            </a:extLst>
          </p:cNvPr>
          <p:cNvCxnSpPr/>
          <p:nvPr userDrawn="1"/>
        </p:nvCxnSpPr>
        <p:spPr>
          <a:xfrm>
            <a:off x="23202214" y="1292968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2FAB765-3B2E-476F-B17F-79C6FD4A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1785" y="1292968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728E8D1-A5CB-3A3C-C442-7AF771EA8B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34132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3BB5E3CD-5142-CF44-158F-F0BC9070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687131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26EC158-B056-3C4A-4C5C-D1A366137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34132" y="2537224"/>
            <a:ext cx="5164443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3E72C3A1-E73F-DEFD-F23E-92A044D10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31920" y="2537224"/>
            <a:ext cx="5174911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102950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Scheduling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3391502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8243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Sensor Tasking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877967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122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KOS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5870844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9363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A0A8CD59-DF91-3CE8-4CF6-4D9695E873BC}"/>
              </a:ext>
            </a:extLst>
          </p:cNvPr>
          <p:cNvSpPr/>
          <p:nvPr userDrawn="1"/>
        </p:nvSpPr>
        <p:spPr>
          <a:xfrm>
            <a:off x="4987990" y="-22358"/>
            <a:ext cx="19488218" cy="13760716"/>
          </a:xfrm>
          <a:prstGeom prst="rect">
            <a:avLst/>
          </a:prstGeom>
          <a:solidFill>
            <a:srgbClr val="1C2E5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spacex-TV2gg2kZD1o-unsplash.jpg" descr="spacex-TV2gg2kZD1o-unsplash.jpg">
            <a:extLst>
              <a:ext uri="{FF2B5EF4-FFF2-40B4-BE49-F238E27FC236}">
                <a16:creationId xmlns:a16="http://schemas.microsoft.com/office/drawing/2014/main" id="{59CB8605-71B9-E6F9-FB65-D9CF58764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5364"/>
          </a:blip>
          <a:srcRect t="10093" r="15947" b="749"/>
          <a:stretch/>
        </p:blipFill>
        <p:spPr>
          <a:xfrm>
            <a:off x="4988005" y="0"/>
            <a:ext cx="19395995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51DC0C01-3CDB-7C2B-663E-84A5976C3BAB}"/>
              </a:ext>
            </a:extLst>
          </p:cNvPr>
          <p:cNvSpPr/>
          <p:nvPr userDrawn="1"/>
        </p:nvSpPr>
        <p:spPr>
          <a:xfrm>
            <a:off x="1655885" y="2963873"/>
            <a:ext cx="3332223" cy="10752127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66DDCD12-8F11-A57F-C3E9-43210106BA11}"/>
              </a:ext>
            </a:extLst>
          </p:cNvPr>
          <p:cNvGrpSpPr/>
          <p:nvPr userDrawn="1"/>
        </p:nvGrpSpPr>
        <p:grpSpPr>
          <a:xfrm>
            <a:off x="-16505" y="9867879"/>
            <a:ext cx="3934329" cy="3848121"/>
            <a:chOff x="598730" y="0"/>
            <a:chExt cx="3934328" cy="3848119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5FDDD655-2B6A-8EDD-DB88-798E82E02DCF}"/>
                </a:ext>
              </a:extLst>
            </p:cNvPr>
            <p:cNvSpPr/>
            <p:nvPr/>
          </p:nvSpPr>
          <p:spPr>
            <a:xfrm>
              <a:off x="598730" y="0"/>
              <a:ext cx="2447638" cy="3848119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8527F7D5-85FC-A4A0-06CC-D543618182A9}"/>
                </a:ext>
              </a:extLst>
            </p:cNvPr>
            <p:cNvSpPr/>
            <p:nvPr/>
          </p:nvSpPr>
          <p:spPr>
            <a:xfrm>
              <a:off x="1703013" y="2319341"/>
              <a:ext cx="2830045" cy="1528778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" name="Rectangle">
            <a:extLst>
              <a:ext uri="{FF2B5EF4-FFF2-40B4-BE49-F238E27FC236}">
                <a16:creationId xmlns:a16="http://schemas.microsoft.com/office/drawing/2014/main" id="{DB767DD7-E45C-F027-A598-27FEA29035CD}"/>
              </a:ext>
            </a:extLst>
          </p:cNvPr>
          <p:cNvSpPr/>
          <p:nvPr userDrawn="1"/>
        </p:nvSpPr>
        <p:spPr>
          <a:xfrm>
            <a:off x="794433" y="2722972"/>
            <a:ext cx="873244" cy="250006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9" name="AURIA_LOGO.png" descr="AURIA_LOGO.png">
            <a:extLst>
              <a:ext uri="{FF2B5EF4-FFF2-40B4-BE49-F238E27FC236}">
                <a16:creationId xmlns:a16="http://schemas.microsoft.com/office/drawing/2014/main" id="{9E922791-7282-9DDF-F90D-C8690A9D0A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6968" y="894233"/>
            <a:ext cx="3282126" cy="88197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EEB80B34-5966-BE8B-3286-0213260F733C}"/>
              </a:ext>
            </a:extLst>
          </p:cNvPr>
          <p:cNvSpPr/>
          <p:nvPr userDrawn="1"/>
        </p:nvSpPr>
        <p:spPr>
          <a:xfrm>
            <a:off x="4928714" y="13034861"/>
            <a:ext cx="2201630" cy="699778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7130344" y="2963873"/>
            <a:ext cx="16071867" cy="759744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14BDA7-A469-9488-A481-5B5B7142820D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3613449-8E6B-56A5-9320-42F7BD8A84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6760E4-D300-DF57-5512-282ADF2FB3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8545" y="3476819"/>
            <a:ext cx="2059971" cy="8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885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lvl1pPr defTabSz="584200">
              <a:defRPr sz="1600" b="0" i="0">
                <a:solidFill>
                  <a:srgbClr val="000000"/>
                </a:solidFill>
                <a:latin typeface="Sinter Light" panose="02000000000000000000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562A2E-FBD3-ECDA-9381-58AB618A27D9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5" r:id="rId4"/>
    <p:sldLayoutId id="2147483654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7" r:id="rId11"/>
  </p:sldLayoutIdLst>
  <p:transition spd="med"/>
  <p:hf hdr="0" dt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chemeClr val="accent1"/>
        </a:buClr>
        <a:buSzPct val="123000"/>
        <a:buFont typeface="System Font Regular"/>
        <a:buChar char="-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26BDDF-A3A8-8690-A940-25B90936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1028" y="1748115"/>
            <a:ext cx="12432514" cy="6564863"/>
          </a:xfrm>
        </p:spPr>
        <p:txBody>
          <a:bodyPr/>
          <a:lstStyle/>
          <a:p>
            <a:pPr algn="ctr"/>
            <a:r>
              <a:rPr lang="en-US"/>
              <a:t>Digital Twin Architecture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230CD3-0CCC-9A58-D48C-830A0F50987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951596" y="8285599"/>
            <a:ext cx="12219284" cy="3250068"/>
          </a:xfrm>
        </p:spPr>
        <p:txBody>
          <a:bodyPr lIns="50800" tIns="50800" rIns="50800" bIns="50800" anchor="t">
            <a:normAutofit/>
          </a:bodyPr>
          <a:lstStyle/>
          <a:p>
            <a:pPr algn="ctr"/>
            <a:r>
              <a:rPr lang="en-US"/>
              <a:t>William Labasi, Jacob Labasi, Landon Jobe</a:t>
            </a:r>
          </a:p>
        </p:txBody>
      </p:sp>
    </p:spTree>
    <p:extLst>
      <p:ext uri="{BB962C8B-B14F-4D97-AF65-F5344CB8AC3E}">
        <p14:creationId xmlns:p14="http://schemas.microsoft.com/office/powerpoint/2010/main" val="303787561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8A6E-7EFF-A09F-AE12-7AEEBD4A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F33B7-715E-9642-CCA6-8DABAD76A5D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23581692" y="12781887"/>
            <a:ext cx="368505" cy="471924"/>
          </a:xfrm>
        </p:spPr>
        <p:txBody>
          <a:bodyPr/>
          <a:lstStyle/>
          <a:p>
            <a:fld id="{86CB4B4D-7CA3-9044-876B-883B54F8677D}" type="slidenum">
              <a:rPr lang="en-US" sz="2400" smtClean="0"/>
              <a:pPr/>
              <a:t>2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2549132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AA3EB1-26CF-8B56-FDDF-E2896B3474C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FF6A2A-A990-8FC0-79AB-FFCB3EEC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15D98-6A21-DEA3-C37E-ED4448D12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6" y="2106957"/>
            <a:ext cx="17621249" cy="111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487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5264-57B6-DE67-7005-95E67BC0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Finally…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77FDF-9C14-EE1D-6B7D-488DEE3FA2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86E86-1478-F88D-9254-580EE6A205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711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D2F48-9AA9-FCFC-C1BF-C559637A11B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50400-7154-D3C3-79C0-05EE554317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9B509-92CF-99DE-6A46-5772C8906B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A5EA43-EC16-7DC6-81CF-BF5224A0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Dave Hansen: Rebel Hero or Imperial Scum?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9D701-7228-41CA-C305-96D2E663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50" y="2299642"/>
            <a:ext cx="16596699" cy="1095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453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AURIA">
      <a:dk1>
        <a:srgbClr val="0F1626"/>
      </a:dk1>
      <a:lt1>
        <a:srgbClr val="FFFFFF"/>
      </a:lt1>
      <a:dk2>
        <a:srgbClr val="0F1626"/>
      </a:dk2>
      <a:lt2>
        <a:srgbClr val="D7D8DF"/>
      </a:lt2>
      <a:accent1>
        <a:srgbClr val="F4BF44"/>
      </a:accent1>
      <a:accent2>
        <a:srgbClr val="8C8E98"/>
      </a:accent2>
      <a:accent3>
        <a:srgbClr val="1A2E51"/>
      </a:accent3>
      <a:accent4>
        <a:srgbClr val="A35458"/>
      </a:accent4>
      <a:accent5>
        <a:srgbClr val="827EA8"/>
      </a:accent5>
      <a:accent6>
        <a:srgbClr val="6F99CF"/>
      </a:accent6>
      <a:hlink>
        <a:srgbClr val="F4BF44"/>
      </a:hlink>
      <a:folHlink>
        <a:srgbClr val="8C8E98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:ma14="http://schemas.microsoft.com/office/mac/drawingml/2011/main" xmlns:a14="http://schemas.microsoft.com/office/drawing/2010/main" xmlns:m="http://schemas.openxmlformats.org/officeDocument/2006/math" xmlns="" val="1"/>
          </a:ext>
        </a:extLst>
      </a:spPr>
      <a:bodyPr lIns="45719" rIns="45719" anchor="t"/>
      <a:lstStyle>
        <a:defPPr algn="l">
          <a:lnSpc>
            <a:spcPts val="5200"/>
          </a:lnSpc>
          <a:defRPr sz="32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d25bdb-4f84-4a36-a086-1263d57078da">
      <Terms xmlns="http://schemas.microsoft.com/office/infopath/2007/PartnerControls"/>
    </lcf76f155ced4ddcb4097134ff3c332f>
    <TaxCatchAll xmlns="71708570-38e4-40a3-b9d3-4172383c6808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34FCC7EDFF845BB19F2B3D87065B5" ma:contentTypeVersion="14" ma:contentTypeDescription="Create a new document." ma:contentTypeScope="" ma:versionID="f18db830a732542a29cee531de87baec">
  <xsd:schema xmlns:xsd="http://www.w3.org/2001/XMLSchema" xmlns:xs="http://www.w3.org/2001/XMLSchema" xmlns:p="http://schemas.microsoft.com/office/2006/metadata/properties" xmlns:ns2="71d25bdb-4f84-4a36-a086-1263d57078da" xmlns:ns3="71708570-38e4-40a3-b9d3-4172383c6808" targetNamespace="http://schemas.microsoft.com/office/2006/metadata/properties" ma:root="true" ma:fieldsID="29af0108b70a24f35ff38eba139c6db3" ns2:_="" ns3:_="">
    <xsd:import namespace="71d25bdb-4f84-4a36-a086-1263d57078da"/>
    <xsd:import namespace="71708570-38e4-40a3-b9d3-4172383c6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25bdb-4f84-4a36-a086-1263d5707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ea10e3-b5d4-45fc-82a5-5331f2798c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08570-38e4-40a3-b9d3-4172383c680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b294dfa-6d1d-4f0c-8a32-b5b833a728c5}" ma:internalName="TaxCatchAll" ma:showField="CatchAllData" ma:web="71708570-38e4-40a3-b9d3-4172383c6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743438-3B4A-4164-AEC1-0B3AE3AA7C9F}">
  <ds:schemaRefs>
    <ds:schemaRef ds:uri="71708570-38e4-40a3-b9d3-4172383c6808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1d25bdb-4f84-4a36-a086-1263d57078da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53985F-B5D6-4E41-B14F-435EDF7D75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13B934-4866-46C7-8470-2FFDBEE398CC}">
  <ds:schemaRefs>
    <ds:schemaRef ds:uri="71708570-38e4-40a3-b9d3-4172383c6808"/>
    <ds:schemaRef ds:uri="71d25bdb-4f84-4a36-a086-1263d57078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Helvetica Neue</vt:lpstr>
      <vt:lpstr>Sinter</vt:lpstr>
      <vt:lpstr>Sinter Light</vt:lpstr>
      <vt:lpstr>Sinter X-Light</vt:lpstr>
      <vt:lpstr>System Font Regular</vt:lpstr>
      <vt:lpstr>21_BasicWhite</vt:lpstr>
      <vt:lpstr>Digital Twin Architecture</vt:lpstr>
      <vt:lpstr>Block Diagram</vt:lpstr>
      <vt:lpstr>High-Level Architecture</vt:lpstr>
      <vt:lpstr>Finally…</vt:lpstr>
      <vt:lpstr>Dave Hansen: Rebel Hero or Imperial Scum?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Goes Here</dc:title>
  <dc:creator>Kaylie Banks</dc:creator>
  <cp:lastModifiedBy>Landon Jobe</cp:lastModifiedBy>
  <cp:revision>1</cp:revision>
  <dcterms:modified xsi:type="dcterms:W3CDTF">2026-06-25T19:51:28Z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a7ffa232-45f1-487e-8cd8-9c083e691124</vt:lpwstr>
  </property>
  <property fmtid="{D5CDD505-2E9C-101B-9397-08002B2CF9AE}" pid="3" name="MediaServiceImageTags">
    <vt:lpwstr/>
  </property>
  <property fmtid="{D5CDD505-2E9C-101B-9397-08002B2CF9AE}" pid="4" name="ContentTypeId">
    <vt:lpwstr>0x010100A5234FCC7EDFF845BB19F2B3D87065B5</vt:lpwstr>
  </property>
</Properties>
</file>